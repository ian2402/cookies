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5" r:id="rId6"/>
  </p:sldMasterIdLst>
  <p:notesMasterIdLst>
    <p:notesMasterId r:id="rId9"/>
  </p:notesMasterIdLst>
  <p:handoutMasterIdLst>
    <p:handoutMasterId r:id="rId10"/>
  </p:handoutMasterIdLst>
  <p:sldIdLst>
    <p:sldId id="263" r:id="rId7"/>
    <p:sldId id="26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7E605F5-24A2-6B8F-229D-2A3E07457F47}" name="Avitabile, Amy      RTX" initials="AAR" userId="S::E21161113@adxuser.com::50035740-67fe-4f30-8d66-cf523957c7d0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my Avitabile" initials="AA" lastIdx="1" clrIdx="0">
    <p:extLst>
      <p:ext uri="{19B8F6BF-5375-455C-9EA6-DF929625EA0E}">
        <p15:presenceInfo xmlns:p15="http://schemas.microsoft.com/office/powerpoint/2012/main" userId="S-1-5-21-1214440339-861567501-682003330-13659481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BA7BC"/>
    <a:srgbClr val="B7A99A"/>
    <a:srgbClr val="FFFFFF"/>
    <a:srgbClr val="EFB661"/>
    <a:srgbClr val="9ABEAA"/>
    <a:srgbClr val="E6E6E6"/>
    <a:srgbClr val="908CC2"/>
    <a:srgbClr val="D9D9D6"/>
    <a:srgbClr val="B1B3B3"/>
    <a:srgbClr val="DFE0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B61DAB-0777-4D06-A75E-70152134F99D}" v="2" dt="2026-01-12T00:57:24.331"/>
  </p1510:revLst>
</p1510:revInfo>
</file>

<file path=ppt/tableStyles.xml><?xml version="1.0" encoding="utf-8"?>
<a:tblStyleLst xmlns:a="http://schemas.openxmlformats.org/drawingml/2006/main" def="{3B4B98B0-60AC-42C2-AFA5-B58CD77FA1E5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509" autoAdjust="0"/>
  </p:normalViewPr>
  <p:slideViewPr>
    <p:cSldViewPr snapToGrid="0">
      <p:cViewPr varScale="1">
        <p:scale>
          <a:sx n="96" d="100"/>
          <a:sy n="96" d="100"/>
        </p:scale>
        <p:origin x="178" y="77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viewProps" Target="viewProp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1.xml"/><Relationship Id="rId11" Type="http://schemas.openxmlformats.org/officeDocument/2006/relationships/commentAuthors" Target="commentAuthors.xml"/><Relationship Id="rId5" Type="http://schemas.openxmlformats.org/officeDocument/2006/relationships/customXml" Target="../customXml/item5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customXml" Target="../customXml/item4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elorico, John Ryan Lester R (PHL)" userId="0d43ddb1-518e-4b21-bb97-d194fbad8122" providerId="ADAL" clId="{D3A7D90D-9FCE-4D68-A100-B059396C1CE2}"/>
    <pc:docChg chg="custSel delSld modSld">
      <pc:chgData name="Celorico, John Ryan Lester R (PHL)" userId="0d43ddb1-518e-4b21-bb97-d194fbad8122" providerId="ADAL" clId="{D3A7D90D-9FCE-4D68-A100-B059396C1CE2}" dt="2026-01-12T01:49:21.685" v="58" actId="20577"/>
      <pc:docMkLst>
        <pc:docMk/>
      </pc:docMkLst>
      <pc:sldChg chg="modSp mod">
        <pc:chgData name="Celorico, John Ryan Lester R (PHL)" userId="0d43ddb1-518e-4b21-bb97-d194fbad8122" providerId="ADAL" clId="{D3A7D90D-9FCE-4D68-A100-B059396C1CE2}" dt="2026-01-12T01:49:21.685" v="58" actId="20577"/>
        <pc:sldMkLst>
          <pc:docMk/>
          <pc:sldMk cId="3453587489" sldId="263"/>
        </pc:sldMkLst>
        <pc:spChg chg="mod">
          <ac:chgData name="Celorico, John Ryan Lester R (PHL)" userId="0d43ddb1-518e-4b21-bb97-d194fbad8122" providerId="ADAL" clId="{D3A7D90D-9FCE-4D68-A100-B059396C1CE2}" dt="2026-01-12T00:42:52.024" v="53" actId="20577"/>
          <ac:spMkLst>
            <pc:docMk/>
            <pc:sldMk cId="3453587489" sldId="263"/>
            <ac:spMk id="10" creationId="{AFFCA6AB-EFE9-39CC-D223-B782CD820D05}"/>
          </ac:spMkLst>
        </pc:spChg>
        <pc:spChg chg="mod">
          <ac:chgData name="Celorico, John Ryan Lester R (PHL)" userId="0d43ddb1-518e-4b21-bb97-d194fbad8122" providerId="ADAL" clId="{D3A7D90D-9FCE-4D68-A100-B059396C1CE2}" dt="2026-01-12T01:49:21.685" v="58" actId="20577"/>
          <ac:spMkLst>
            <pc:docMk/>
            <pc:sldMk cId="3453587489" sldId="263"/>
            <ac:spMk id="14" creationId="{C2046EB9-B3E5-DEEB-F451-2CDBA0C76E41}"/>
          </ac:spMkLst>
        </pc:spChg>
      </pc:sldChg>
      <pc:sldChg chg="del">
        <pc:chgData name="Celorico, John Ryan Lester R (PHL)" userId="0d43ddb1-518e-4b21-bb97-d194fbad8122" providerId="ADAL" clId="{D3A7D90D-9FCE-4D68-A100-B059396C1CE2}" dt="2026-01-12T00:40:00.469" v="0" actId="47"/>
        <pc:sldMkLst>
          <pc:docMk/>
          <pc:sldMk cId="3157120136" sldId="265"/>
        </pc:sldMkLst>
      </pc:sldChg>
      <pc:sldChg chg="del">
        <pc:chgData name="Celorico, John Ryan Lester R (PHL)" userId="0d43ddb1-518e-4b21-bb97-d194fbad8122" providerId="ADAL" clId="{D3A7D90D-9FCE-4D68-A100-B059396C1CE2}" dt="2026-01-12T00:40:00.469" v="0" actId="47"/>
        <pc:sldMkLst>
          <pc:docMk/>
          <pc:sldMk cId="331187175" sldId="266"/>
        </pc:sldMkLst>
      </pc:sldChg>
      <pc:sldChg chg="del">
        <pc:chgData name="Celorico, John Ryan Lester R (PHL)" userId="0d43ddb1-518e-4b21-bb97-d194fbad8122" providerId="ADAL" clId="{D3A7D90D-9FCE-4D68-A100-B059396C1CE2}" dt="2026-01-12T00:40:00.469" v="0" actId="47"/>
        <pc:sldMkLst>
          <pc:docMk/>
          <pc:sldMk cId="2148198970" sldId="267"/>
        </pc:sldMkLst>
      </pc:sldChg>
      <pc:sldChg chg="del">
        <pc:chgData name="Celorico, John Ryan Lester R (PHL)" userId="0d43ddb1-518e-4b21-bb97-d194fbad8122" providerId="ADAL" clId="{D3A7D90D-9FCE-4D68-A100-B059396C1CE2}" dt="2026-01-12T00:40:00.469" v="0" actId="47"/>
        <pc:sldMkLst>
          <pc:docMk/>
          <pc:sldMk cId="3611785320" sldId="268"/>
        </pc:sldMkLst>
      </pc:sldChg>
      <pc:sldChg chg="addSp delSp modSp mod">
        <pc:chgData name="Celorico, John Ryan Lester R (PHL)" userId="0d43ddb1-518e-4b21-bb97-d194fbad8122" providerId="ADAL" clId="{D3A7D90D-9FCE-4D68-A100-B059396C1CE2}" dt="2026-01-12T00:57:24.330" v="54"/>
        <pc:sldMkLst>
          <pc:docMk/>
          <pc:sldMk cId="997466736" sldId="269"/>
        </pc:sldMkLst>
        <pc:spChg chg="add del mod">
          <ac:chgData name="Celorico, John Ryan Lester R (PHL)" userId="0d43ddb1-518e-4b21-bb97-d194fbad8122" providerId="ADAL" clId="{D3A7D90D-9FCE-4D68-A100-B059396C1CE2}" dt="2026-01-12T00:42:28.505" v="48" actId="478"/>
          <ac:spMkLst>
            <pc:docMk/>
            <pc:sldMk cId="997466736" sldId="269"/>
            <ac:spMk id="4" creationId="{1E499BCA-ECA3-BBAC-A393-D0F4C94D1DCA}"/>
          </ac:spMkLst>
        </pc:spChg>
        <pc:spChg chg="add mod">
          <ac:chgData name="Celorico, John Ryan Lester R (PHL)" userId="0d43ddb1-518e-4b21-bb97-d194fbad8122" providerId="ADAL" clId="{D3A7D90D-9FCE-4D68-A100-B059396C1CE2}" dt="2026-01-12T00:57:24.330" v="54"/>
          <ac:spMkLst>
            <pc:docMk/>
            <pc:sldMk cId="997466736" sldId="269"/>
            <ac:spMk id="8" creationId="{D3B3E7FD-1F69-453A-AD92-34D8553A8713}"/>
          </ac:spMkLst>
        </pc:spChg>
      </pc:sldChg>
      <pc:sldChg chg="del">
        <pc:chgData name="Celorico, John Ryan Lester R (PHL)" userId="0d43ddb1-518e-4b21-bb97-d194fbad8122" providerId="ADAL" clId="{D3A7D90D-9FCE-4D68-A100-B059396C1CE2}" dt="2026-01-12T00:40:02.815" v="1" actId="47"/>
        <pc:sldMkLst>
          <pc:docMk/>
          <pc:sldMk cId="4251139248" sldId="270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2"/>
          <p:cNvSpPr>
            <a:spLocks noGrp="1"/>
          </p:cNvSpPr>
          <p:nvPr>
            <p:ph type="sldNum" sz="quarter" idx="3"/>
          </p:nvPr>
        </p:nvSpPr>
        <p:spPr>
          <a:xfrm>
            <a:off x="3886200" y="0"/>
            <a:ext cx="2514600" cy="458787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fld id="{138C58B0-FFE9-437E-B2CB-216DAFA84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966732"/>
      </p:ext>
    </p:extLst>
  </p:cSld>
  <p:clrMap bg1="lt1" tx1="dk1" bg2="lt2" tx2="dk2" accent1="accent1" accent2="accent2" accent3="accent3" accent4="accent4" accent5="accent5" accent6="accent6" hlink="hlink" folHlink="folHlink"/>
  <p:hf hdr="0" dt="0"/>
  <p:extLst>
    <p:ext uri="{56416CCD-93CA-4268-BC5B-53C4BB910035}">
      <p15:sldGuideLst xmlns:p15="http://schemas.microsoft.com/office/powerpoint/2012/main">
        <p15:guide id="2" pos="288" userDrawn="1">
          <p15:clr>
            <a:srgbClr val="F26B43"/>
          </p15:clr>
        </p15:guide>
        <p15:guide id="3" pos="4032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92624" y="692622"/>
            <a:ext cx="5517676" cy="310369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012556"/>
            <a:ext cx="5524500" cy="4094214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5"/>
          </p:nvPr>
        </p:nvSpPr>
        <p:spPr>
          <a:xfrm>
            <a:off x="3886200" y="9183"/>
            <a:ext cx="2324100" cy="458787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fld id="{56AF3A09-0EB5-429E-B7D0-FB28A7726D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219137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115888" indent="-115888" algn="l" defTabSz="914400" rtl="0" eaLnBrk="1" latinLnBrk="0" hangingPunct="1">
      <a:spcBef>
        <a:spcPts val="200"/>
      </a:spcBef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1pPr>
    <a:lvl2pPr marL="287338" indent="-117475" algn="l" defTabSz="914400" rtl="0" eaLnBrk="1" latinLnBrk="0" hangingPunct="1">
      <a:spcBef>
        <a:spcPts val="200"/>
      </a:spcBef>
      <a:buFont typeface="Arial" panose="020B0604020202020204" pitchFamily="34" charset="0"/>
      <a:buChar char="–"/>
      <a:defRPr sz="1000" kern="1200">
        <a:solidFill>
          <a:schemeClr val="tx1"/>
        </a:solidFill>
        <a:latin typeface="+mn-lt"/>
        <a:ea typeface="+mn-ea"/>
        <a:cs typeface="+mn-cs"/>
      </a:defRPr>
    </a:lvl2pPr>
    <a:lvl3pPr marL="457200" indent="-115888" algn="l" defTabSz="914400" rtl="0" eaLnBrk="1" latinLnBrk="0" hangingPunct="1">
      <a:spcBef>
        <a:spcPts val="200"/>
      </a:spcBef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3pPr>
    <a:lvl4pPr marL="627063" indent="-115888" algn="l" defTabSz="914400" rtl="0" eaLnBrk="1" latinLnBrk="0" hangingPunct="1">
      <a:spcBef>
        <a:spcPts val="200"/>
      </a:spcBef>
      <a:buFont typeface="Arial" panose="020B0604020202020204" pitchFamily="34" charset="0"/>
      <a:buChar char="–"/>
      <a:defRPr sz="1000" kern="1200">
        <a:solidFill>
          <a:schemeClr val="tx1"/>
        </a:solidFill>
        <a:latin typeface="+mn-lt"/>
        <a:ea typeface="+mn-ea"/>
        <a:cs typeface="+mn-cs"/>
      </a:defRPr>
    </a:lvl4pPr>
    <a:lvl5pPr marL="860425" indent="-171450" algn="l" defTabSz="914400" rtl="0" eaLnBrk="1" latinLnBrk="0" hangingPunct="1">
      <a:spcBef>
        <a:spcPts val="200"/>
      </a:spcBef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432" userDrawn="1">
          <p15:clr>
            <a:srgbClr val="F26B43"/>
          </p15:clr>
        </p15:guide>
        <p15:guide id="2" pos="3912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CN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">
            <a:extLst>
              <a:ext uri="{FF2B5EF4-FFF2-40B4-BE49-F238E27FC236}">
                <a16:creationId xmlns:a16="http://schemas.microsoft.com/office/drawing/2014/main" id="{7CEB5585-C834-0985-6E75-F76DB3DE98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3397" y="6433754"/>
            <a:ext cx="531946" cy="36512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US" sz="1200" kern="1200" smtClean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fld id="{07165E6F-54ED-4977-A15E-D44BE7238A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4A96F3-5185-FF3A-BBCC-13D3F70F3280}"/>
              </a:ext>
            </a:extLst>
          </p:cNvPr>
          <p:cNvSpPr txBox="1"/>
          <p:nvPr userDrawn="1"/>
        </p:nvSpPr>
        <p:spPr>
          <a:xfrm>
            <a:off x="690372" y="1206165"/>
            <a:ext cx="2414379" cy="21113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0" indent="0" algn="l" defTabSz="457178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None/>
              <a:tabLst/>
            </a:pPr>
            <a:r>
              <a:rPr lang="en-US" sz="1600" b="1" kern="1200" cap="all" spc="200" baseline="0" dirty="0">
                <a:solidFill>
                  <a:schemeClr val="accent6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HOV:</a:t>
            </a:r>
          </a:p>
          <a:p>
            <a:pPr marL="0" lvl="0" indent="0" algn="l" defTabSz="457178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None/>
              <a:tabLst/>
            </a:pPr>
            <a:r>
              <a:rPr lang="en-US" sz="1600" b="1" kern="1200" cap="all" spc="200" baseline="0" dirty="0">
                <a:solidFill>
                  <a:schemeClr val="accent6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Galley:</a:t>
            </a:r>
            <a:r>
              <a:rPr lang="en-US" sz="1600" b="0" kern="1200" cap="all" spc="200" baseline="0" dirty="0">
                <a:solidFill>
                  <a:schemeClr val="accent6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</a:p>
          <a:p>
            <a:pPr marL="0" marR="0" lvl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600" b="1" kern="1200" cap="all" spc="200" baseline="0" dirty="0">
                <a:solidFill>
                  <a:schemeClr val="accent6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SYSTEM: </a:t>
            </a:r>
            <a:endParaRPr lang="en-US" sz="1600" b="0" kern="1200" cap="all" spc="200" baseline="0" dirty="0">
              <a:solidFill>
                <a:schemeClr val="accent6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lvl="0" indent="0" algn="l" defTabSz="457178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None/>
              <a:tabLst/>
            </a:pPr>
            <a:r>
              <a:rPr lang="en-US" sz="1600" b="1" kern="1200" cap="all" spc="200" baseline="0" dirty="0">
                <a:solidFill>
                  <a:schemeClr val="accent6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DESIGN FOCAL: </a:t>
            </a:r>
          </a:p>
          <a:p>
            <a:pPr marL="0" marR="0" lvl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600" b="1" kern="1200" cap="all" spc="200" baseline="0" dirty="0">
                <a:solidFill>
                  <a:schemeClr val="accent6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PREPARED DATE: </a:t>
            </a:r>
          </a:p>
          <a:p>
            <a:pPr marL="0" marR="0" lvl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600" b="1" kern="1200" cap="all" spc="200" baseline="0" dirty="0">
                <a:solidFill>
                  <a:schemeClr val="accent6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CLASH TYPE:</a:t>
            </a:r>
          </a:p>
          <a:p>
            <a:pPr marL="0" marR="0" lvl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lang="en-US" sz="1600" b="1" kern="1200" cap="all" spc="200" baseline="0" dirty="0">
              <a:solidFill>
                <a:schemeClr val="accent6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999F8E-323B-D9E3-1119-1930B735ED77}"/>
              </a:ext>
            </a:extLst>
          </p:cNvPr>
          <p:cNvSpPr txBox="1"/>
          <p:nvPr userDrawn="1"/>
        </p:nvSpPr>
        <p:spPr>
          <a:xfrm>
            <a:off x="640494" y="389628"/>
            <a:ext cx="8552606" cy="53423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R="0" lvl="0" indent="0" defTabSz="457178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cap="all" spc="300" baseline="0"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GB" sz="3200" dirty="0">
                <a:latin typeface="+mj-lt"/>
              </a:rPr>
              <a:t>CLASH CHECK EVIDENCE</a:t>
            </a:r>
          </a:p>
        </p:txBody>
      </p:sp>
      <p:sp>
        <p:nvSpPr>
          <p:cNvPr id="5" name="Picture Placeholder 77">
            <a:extLst>
              <a:ext uri="{FF2B5EF4-FFF2-40B4-BE49-F238E27FC236}">
                <a16:creationId xmlns:a16="http://schemas.microsoft.com/office/drawing/2014/main" id="{7EB81E25-21B1-C0F5-A4EC-33CFDB06E7D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5335480" y="1012054"/>
            <a:ext cx="6179863" cy="4639781"/>
          </a:xfrm>
          <a:prstGeom prst="rect">
            <a:avLst/>
          </a:prstGeom>
        </p:spPr>
        <p:txBody>
          <a:bodyPr anchor="t" anchorCtr="0"/>
          <a:lstStyle>
            <a:lvl1pPr marL="0" indent="0" algn="l">
              <a:buNone/>
              <a:defRPr baseline="0"/>
            </a:lvl1pPr>
          </a:lstStyle>
          <a:p>
            <a:r>
              <a:rPr lang="en-GB" dirty="0"/>
              <a:t>Right click and paste image of Galley</a:t>
            </a:r>
          </a:p>
        </p:txBody>
      </p:sp>
      <p:sp>
        <p:nvSpPr>
          <p:cNvPr id="6" name="Text Placeholder 30">
            <a:extLst>
              <a:ext uri="{FF2B5EF4-FFF2-40B4-BE49-F238E27FC236}">
                <a16:creationId xmlns:a16="http://schemas.microsoft.com/office/drawing/2014/main" id="{57F26E9A-055B-9FD4-6C7C-8D41A86C07B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02597" y="1251973"/>
            <a:ext cx="3659855" cy="243384"/>
          </a:xfrm>
          <a:prstGeom prst="rect">
            <a:avLst/>
          </a:prstGeo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400"/>
            </a:lvl1pPr>
          </a:lstStyle>
          <a:p>
            <a:pPr lvl="0"/>
            <a:r>
              <a:rPr lang="en-US" dirty="0"/>
              <a:t># # # (HoV Number)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207F2013-BFCB-228A-5424-CE900073FF6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59797" y="1552059"/>
            <a:ext cx="3212085" cy="243384"/>
          </a:xfrm>
          <a:prstGeom prst="rect">
            <a:avLst/>
          </a:prstGeo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400"/>
            </a:lvl1pPr>
          </a:lstStyle>
          <a:p>
            <a:pPr lvl="0"/>
            <a:r>
              <a:rPr lang="en-US" dirty="0"/>
              <a:t>XGAL (Galley number)</a:t>
            </a:r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8A4F0A2E-0F10-2FE4-7EA5-005D7F9F8D0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859797" y="1856598"/>
            <a:ext cx="3212086" cy="243384"/>
          </a:xfrm>
          <a:prstGeom prst="rect">
            <a:avLst/>
          </a:prstGeo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400"/>
            </a:lvl1pPr>
          </a:lstStyle>
          <a:p>
            <a:pPr lvl="0"/>
            <a:r>
              <a:rPr lang="en-US" dirty="0"/>
              <a:t>SYSTEM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DD69043A-8EC5-FC4B-F776-9E0ACE7E247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724005" y="2156590"/>
            <a:ext cx="2347878" cy="243384"/>
          </a:xfrm>
          <a:prstGeom prst="rect">
            <a:avLst/>
          </a:prstGeo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400"/>
            </a:lvl1pPr>
          </a:lstStyle>
          <a:p>
            <a:pPr lvl="0"/>
            <a:r>
              <a:rPr lang="en-US" dirty="0"/>
              <a:t>SURNAME, FIRSTNAME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E6FB93F4-C4BF-2EE7-B745-54B95CA3931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944815" y="2467665"/>
            <a:ext cx="2127068" cy="243384"/>
          </a:xfrm>
          <a:prstGeom prst="rect">
            <a:avLst/>
          </a:prstGeo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400"/>
            </a:lvl1pPr>
          </a:lstStyle>
          <a:p>
            <a:pPr lvl="0"/>
            <a:r>
              <a:rPr lang="en-US" dirty="0"/>
              <a:t>DD-MMM-YYYY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2BDAC965-C36C-986B-63D3-F57B1CE5CA4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2440983" y="2783196"/>
            <a:ext cx="2630900" cy="534316"/>
          </a:xfrm>
          <a:prstGeom prst="rect">
            <a:avLst/>
          </a:prstGeo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400"/>
            </a:lvl1pPr>
          </a:lstStyle>
          <a:p>
            <a:pPr lvl="0"/>
            <a:r>
              <a:rPr lang="en-US" dirty="0"/>
              <a:t>(NODE ONLY / NODE TO GALLEY)</a:t>
            </a:r>
          </a:p>
        </p:txBody>
      </p:sp>
      <p:pic>
        <p:nvPicPr>
          <p:cNvPr id="20" name="Picture 19" descr="Shape&#10;&#10;Description automatically generated with medium confidence">
            <a:extLst>
              <a:ext uri="{FF2B5EF4-FFF2-40B4-BE49-F238E27FC236}">
                <a16:creationId xmlns:a16="http://schemas.microsoft.com/office/drawing/2014/main" id="{E3CE68EE-D3C5-A68E-537D-520065D6E36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3077" y="5304097"/>
            <a:ext cx="3695701" cy="628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784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448">
            <a:extLst>
              <a:ext uri="{FF2B5EF4-FFF2-40B4-BE49-F238E27FC236}">
                <a16:creationId xmlns:a16="http://schemas.microsoft.com/office/drawing/2014/main" id="{F52727DA-A7A7-E583-D8C6-D42A2CA69E45}"/>
              </a:ext>
            </a:extLst>
          </p:cNvPr>
          <p:cNvSpPr txBox="1">
            <a:spLocks/>
          </p:cNvSpPr>
          <p:nvPr userDrawn="1"/>
        </p:nvSpPr>
        <p:spPr>
          <a:xfrm>
            <a:off x="676657" y="6000679"/>
            <a:ext cx="10838686" cy="34583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0" tIns="0" rIns="0" bIns="0" rtlCol="0" anchor="ctr" anchorCtr="0">
            <a:noAutofit/>
          </a:bodyPr>
          <a:lstStyle>
            <a:lvl1pPr marL="0"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3200" b="1" kern="1200" baseline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/>
              <a:t>Optional notes bar. Black. Bold. 16 pt. Centered. Sentence case.</a:t>
            </a:r>
            <a:endParaRPr lang="en-US" sz="1800" dirty="0">
              <a:solidFill>
                <a:schemeClr val="bg2"/>
              </a:solidFill>
            </a:endParaRPr>
          </a:p>
        </p:txBody>
      </p:sp>
      <p:sp>
        <p:nvSpPr>
          <p:cNvPr id="2" name="Text Placeholder 30">
            <a:extLst>
              <a:ext uri="{FF2B5EF4-FFF2-40B4-BE49-F238E27FC236}">
                <a16:creationId xmlns:a16="http://schemas.microsoft.com/office/drawing/2014/main" id="{EDC398FE-2B40-892A-1AFB-B7711ABD4F6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87629" y="2006681"/>
            <a:ext cx="5247168" cy="313932"/>
          </a:xfrm>
          <a:prstGeom prst="rect">
            <a:avLst/>
          </a:prstGeom>
        </p:spPr>
        <p:txBody>
          <a:bodyPr anchor="t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 sz="1400"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Optional header: 18 pt. black. Bold. Sentence case. 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F757467A-1A0B-9CF2-835A-4919955834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3397" y="6433754"/>
            <a:ext cx="531946" cy="36512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US" sz="1200" kern="1200" smtClean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fld id="{07165E6F-54ED-4977-A15E-D44BE7238A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1522569-AB49-0EC2-F26C-04AB42854F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6420192"/>
            <a:ext cx="12191999" cy="10246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lang="en-US" sz="700"/>
            </a:lvl1pPr>
          </a:lstStyle>
          <a:p>
            <a:pPr algn="ctr"/>
            <a:r>
              <a:rPr lang="en-US"/>
              <a:t>© 2025 Collins Aerospace. | Collins Aerospace Proprietary – for internal use only. | This document does not include any export controlled technical data.</a:t>
            </a:r>
          </a:p>
        </p:txBody>
      </p:sp>
      <p:sp>
        <p:nvSpPr>
          <p:cNvPr id="5" name="Title 448">
            <a:extLst>
              <a:ext uri="{FF2B5EF4-FFF2-40B4-BE49-F238E27FC236}">
                <a16:creationId xmlns:a16="http://schemas.microsoft.com/office/drawing/2014/main" id="{AC3F658F-CD74-EE26-9885-52C2BB82340A}"/>
              </a:ext>
            </a:extLst>
          </p:cNvPr>
          <p:cNvSpPr txBox="1">
            <a:spLocks/>
          </p:cNvSpPr>
          <p:nvPr userDrawn="1"/>
        </p:nvSpPr>
        <p:spPr>
          <a:xfrm>
            <a:off x="2315212" y="244838"/>
            <a:ext cx="2008499" cy="676653"/>
          </a:xfrm>
          <a:prstGeom prst="rect">
            <a:avLst/>
          </a:prstGeom>
          <a:solidFill>
            <a:srgbClr val="B7A99A"/>
          </a:solidFill>
        </p:spPr>
        <p:txBody>
          <a:bodyPr vert="horz" lIns="0" tIns="0" rIns="0" bIns="0" rtlCol="0" anchor="ctr" anchorCtr="0">
            <a:noAutofit/>
          </a:bodyPr>
          <a:lstStyle>
            <a:lvl1pPr marL="0"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3200" b="1" kern="1200" baseline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>
                <a:solidFill>
                  <a:schemeClr val="bg2"/>
                </a:solidFill>
              </a:rPr>
              <a:t>PRE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7" name="Title 448">
            <a:extLst>
              <a:ext uri="{FF2B5EF4-FFF2-40B4-BE49-F238E27FC236}">
                <a16:creationId xmlns:a16="http://schemas.microsoft.com/office/drawing/2014/main" id="{D1C7357A-9151-1523-2703-10DA83BFACF3}"/>
              </a:ext>
            </a:extLst>
          </p:cNvPr>
          <p:cNvSpPr txBox="1">
            <a:spLocks/>
          </p:cNvSpPr>
          <p:nvPr userDrawn="1"/>
        </p:nvSpPr>
        <p:spPr>
          <a:xfrm>
            <a:off x="7867733" y="244838"/>
            <a:ext cx="2008499" cy="676653"/>
          </a:xfrm>
          <a:prstGeom prst="rect">
            <a:avLst/>
          </a:prstGeom>
          <a:solidFill>
            <a:srgbClr val="7BA7BC"/>
          </a:solidFill>
        </p:spPr>
        <p:txBody>
          <a:bodyPr vert="horz" lIns="0" tIns="0" rIns="0" bIns="0" rtlCol="0" anchor="ctr" anchorCtr="0">
            <a:noAutofit/>
          </a:bodyPr>
          <a:lstStyle>
            <a:lvl1pPr marL="0"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3200" b="1" kern="1200" baseline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>
                <a:solidFill>
                  <a:schemeClr val="bg2"/>
                </a:solidFill>
              </a:rPr>
              <a:t>POST</a:t>
            </a:r>
          </a:p>
        </p:txBody>
      </p:sp>
      <p:sp>
        <p:nvSpPr>
          <p:cNvPr id="10" name="Picture Placeholder 77">
            <a:extLst>
              <a:ext uri="{FF2B5EF4-FFF2-40B4-BE49-F238E27FC236}">
                <a16:creationId xmlns:a16="http://schemas.microsoft.com/office/drawing/2014/main" id="{D9980436-F5A1-4468-60ED-A9FA58FAFC85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694945" y="2402508"/>
            <a:ext cx="5247168" cy="3510740"/>
          </a:xfrm>
          <a:prstGeom prst="rect">
            <a:avLst/>
          </a:prstGeom>
        </p:spPr>
        <p:txBody>
          <a:bodyPr anchor="t" anchorCtr="0"/>
          <a:lstStyle>
            <a:lvl1pPr marL="0" indent="0" algn="ctr">
              <a:buNone/>
              <a:defRPr sz="200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Right click and paste image of the “INITIAL” clash detected state</a:t>
            </a:r>
          </a:p>
        </p:txBody>
      </p:sp>
      <p:sp>
        <p:nvSpPr>
          <p:cNvPr id="13" name="Picture Placeholder 77">
            <a:extLst>
              <a:ext uri="{FF2B5EF4-FFF2-40B4-BE49-F238E27FC236}">
                <a16:creationId xmlns:a16="http://schemas.microsoft.com/office/drawing/2014/main" id="{F88CBEEB-6EAD-4B90-BC59-C55ED4C9A887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6247291" y="2402508"/>
            <a:ext cx="5248275" cy="3510740"/>
          </a:xfrm>
          <a:prstGeom prst="rect">
            <a:avLst/>
          </a:prstGeom>
        </p:spPr>
        <p:txBody>
          <a:bodyPr anchor="t" anchorCtr="0"/>
          <a:lstStyle>
            <a:lvl1pPr marL="0" indent="0" algn="ctr">
              <a:buNone/>
              <a:defRPr sz="200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Right click and paste image of the “REWORKED” state</a:t>
            </a:r>
          </a:p>
        </p:txBody>
      </p:sp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887198FB-CC5A-44AA-FEAA-BA691BD880F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248398" y="2006681"/>
            <a:ext cx="5247168" cy="313932"/>
          </a:xfrm>
          <a:prstGeom prst="rect">
            <a:avLst/>
          </a:prstGeom>
        </p:spPr>
        <p:txBody>
          <a:bodyPr anchor="t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 sz="1400"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Optional header: 18 pt. black. Bold. Sentence case. </a:t>
            </a:r>
          </a:p>
        </p:txBody>
      </p:sp>
      <p:sp>
        <p:nvSpPr>
          <p:cNvPr id="3" name="Picture Placeholder 77">
            <a:extLst>
              <a:ext uri="{FF2B5EF4-FFF2-40B4-BE49-F238E27FC236}">
                <a16:creationId xmlns:a16="http://schemas.microsoft.com/office/drawing/2014/main" id="{ED1E54EC-8E9A-B100-D813-92389FFA02AD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9957660" y="335344"/>
            <a:ext cx="2154265" cy="1583905"/>
          </a:xfrm>
          <a:prstGeom prst="rect">
            <a:avLst/>
          </a:prstGeom>
        </p:spPr>
        <p:txBody>
          <a:bodyPr anchor="t" anchorCtr="0"/>
          <a:lstStyle>
            <a:lvl1pPr marL="0" indent="0" algn="ctr">
              <a:buNone/>
              <a:defRPr sz="1800" i="1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PASTE LOCATION </a:t>
            </a:r>
            <a:r>
              <a:rPr lang="en-GB"/>
              <a:t>OF CLASH HERE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030363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9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"/>
          <p:cNvSpPr>
            <a:spLocks noGrp="1"/>
          </p:cNvSpPr>
          <p:nvPr>
            <p:ph type="sldNum" sz="quarter" idx="4"/>
          </p:nvPr>
        </p:nvSpPr>
        <p:spPr>
          <a:xfrm>
            <a:off x="10983397" y="6433754"/>
            <a:ext cx="531946" cy="36512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US" sz="1200" kern="1200" smtClean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fld id="{07165E6F-54ED-4977-A15E-D44BE7238A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Title Placeholder 14"/>
          <p:cNvSpPr>
            <a:spLocks noGrp="1"/>
          </p:cNvSpPr>
          <p:nvPr>
            <p:ph type="title"/>
          </p:nvPr>
        </p:nvSpPr>
        <p:spPr>
          <a:xfrm>
            <a:off x="694944" y="463255"/>
            <a:ext cx="10811256" cy="67974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694944" y="126143"/>
            <a:ext cx="10820399" cy="0"/>
          </a:xfrm>
          <a:prstGeom prst="line">
            <a:avLst/>
          </a:prstGeom>
          <a:ln w="2540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pyright">
            <a:extLst>
              <a:ext uri="{FF2B5EF4-FFF2-40B4-BE49-F238E27FC236}">
                <a16:creationId xmlns:a16="http://schemas.microsoft.com/office/drawing/2014/main" id="{4DE0E57E-7969-A241-7FAA-2566B0E8534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83390" y="6579155"/>
            <a:ext cx="1523001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230188" indent="-2301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10000"/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10000"/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10000"/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10000"/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indent="0" algn="l"/>
            <a:r>
              <a:rPr lang="en-US" sz="600" dirty="0">
                <a:latin typeface="Arial" pitchFamily="34" charset="0"/>
                <a:cs typeface="Arial" pitchFamily="34" charset="0"/>
              </a:rPr>
              <a:t>© 2023</a:t>
            </a:r>
            <a:r>
              <a:rPr lang="en-US" sz="600" baseline="0" dirty="0">
                <a:latin typeface="Arial" pitchFamily="34" charset="0"/>
                <a:cs typeface="Arial" pitchFamily="34" charset="0"/>
              </a:rPr>
              <a:t> Collins Aerospace</a:t>
            </a:r>
            <a:r>
              <a:rPr lang="en-US" sz="600" dirty="0"/>
              <a:t>.</a:t>
            </a:r>
            <a:br>
              <a:rPr lang="en-US" sz="600" dirty="0"/>
            </a:br>
            <a:r>
              <a:rPr lang="en-US" sz="600" dirty="0"/>
              <a:t>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61795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13" r:id="rId2"/>
  </p:sldLayoutIdLst>
  <p:hf hdr="0" ftr="0" dt="0"/>
  <p:txStyles>
    <p:titleStyle>
      <a:lvl1pPr marL="0" algn="l" defTabSz="914400" rtl="0" eaLnBrk="1" latinLnBrk="0" hangingPunct="1">
        <a:lnSpc>
          <a:spcPct val="80000"/>
        </a:lnSpc>
        <a:spcBef>
          <a:spcPct val="0"/>
        </a:spcBef>
        <a:buNone/>
        <a:defRPr lang="en-US" sz="3200" b="1" kern="1200" baseline="0" dirty="0">
          <a:solidFill>
            <a:schemeClr val="tx1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219456" indent="-219456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38912" indent="-219456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SzPct val="100000"/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21792" indent="-219456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841248" indent="-219456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SzPct val="100000"/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060704" indent="-219456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7248">
          <p15:clr>
            <a:srgbClr val="547EBF"/>
          </p15:clr>
        </p15:guide>
        <p15:guide id="3" pos="432">
          <p15:clr>
            <a:srgbClr val="547EBF"/>
          </p15:clr>
        </p15:guide>
        <p15:guide id="4" orient="horz" pos="3888">
          <p15:clr>
            <a:srgbClr val="547EBF"/>
          </p15:clr>
        </p15:guide>
        <p15:guide id="5" orient="horz" pos="288">
          <p15:clr>
            <a:srgbClr val="547EBF"/>
          </p15:clr>
        </p15:guide>
        <p15:guide id="6" pos="1416">
          <p15:clr>
            <a:srgbClr val="A4A3A4"/>
          </p15:clr>
        </p15:guide>
        <p15:guide id="7" pos="1608">
          <p15:clr>
            <a:srgbClr val="A4A3A4"/>
          </p15:clr>
        </p15:guide>
        <p15:guide id="8" pos="3744">
          <p15:clr>
            <a:srgbClr val="A4A3A4"/>
          </p15:clr>
        </p15:guide>
        <p15:guide id="9" pos="3936">
          <p15:clr>
            <a:srgbClr val="A4A3A4"/>
          </p15:clr>
        </p15:guide>
        <p15:guide id="10" pos="4920">
          <p15:clr>
            <a:srgbClr val="A4A3A4"/>
          </p15:clr>
        </p15:guide>
        <p15:guide id="11" pos="5088">
          <p15:clr>
            <a:srgbClr val="A4A3A4"/>
          </p15:clr>
        </p15:guide>
        <p15:guide id="12" pos="6072">
          <p15:clr>
            <a:srgbClr val="A4A3A4"/>
          </p15:clr>
        </p15:guide>
        <p15:guide id="13" pos="6264">
          <p15:clr>
            <a:srgbClr val="A4A3A4"/>
          </p15:clr>
        </p15:guide>
        <p15:guide id="14" pos="2592">
          <p15:clr>
            <a:srgbClr val="A4A3A4"/>
          </p15:clr>
        </p15:guide>
        <p15:guide id="15" pos="2760">
          <p15:clr>
            <a:srgbClr val="A4A3A4"/>
          </p15:clr>
        </p15:guide>
        <p15:guide id="16" orient="horz" pos="720">
          <p15:clr>
            <a:srgbClr val="547EBF"/>
          </p15:clr>
        </p15:guide>
        <p15:guide id="17" orient="horz" pos="480">
          <p15:clr>
            <a:srgbClr val="547EBF"/>
          </p15:clr>
        </p15:guide>
        <p15:guide id="18" orient="horz" pos="984">
          <p15:clr>
            <a:srgbClr val="F26B43"/>
          </p15:clr>
        </p15:guide>
        <p15:guide id="19" orient="horz" pos="3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195F609-F575-D591-2945-35EE8FE173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3397" y="6433754"/>
            <a:ext cx="531946" cy="365125"/>
          </a:xfrm>
        </p:spPr>
        <p:txBody>
          <a:bodyPr/>
          <a:lstStyle/>
          <a:p>
            <a:pPr lvl="0"/>
            <a:fld id="{07165E6F-54ED-4977-A15E-D44BE7238A65}" type="slidenum">
              <a:rPr lang="en-US" noProof="0" smtClean="0"/>
              <a:pPr lvl="0"/>
              <a:t>1</a:t>
            </a:fld>
            <a:endParaRPr lang="en-US" noProof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106EAFD-C4BF-D2F9-F766-02064AFF016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GB" dirty="0"/>
              <a:t>126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DD87D89-9DE5-8A49-26F3-844F1A903E7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r>
              <a:rPr lang="en-GB" dirty="0"/>
              <a:t>X326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2046EB9-B3E5-DEEB-F451-2CDBA0C76E4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r>
              <a:rPr lang="en-GB" dirty="0"/>
              <a:t>X32600K3-126-00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0EEABAD-4BD6-CC08-6EFC-1338A63A7702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r>
              <a:rPr lang="en-GB" dirty="0"/>
              <a:t>VILLANUEVA, IAN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931E383-765A-5E1E-7190-CE62CB61E348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r>
              <a:rPr lang="en-GB" dirty="0"/>
              <a:t>15-JAN-2026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9E4A1A76-2FCF-10A2-EDCA-C2AC79767DAB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5335480" y="1255305"/>
            <a:ext cx="6179863" cy="4639781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FFCA6AB-EFE9-39CC-D223-B782CD820D05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2431552" y="2637000"/>
            <a:ext cx="2630900" cy="792000"/>
          </a:xfrm>
        </p:spPr>
        <p:txBody>
          <a:bodyPr/>
          <a:lstStyle/>
          <a:p>
            <a:r>
              <a:rPr lang="en-US" dirty="0"/>
              <a:t>NODE ONLY</a:t>
            </a:r>
          </a:p>
        </p:txBody>
      </p:sp>
    </p:spTree>
    <p:extLst>
      <p:ext uri="{BB962C8B-B14F-4D97-AF65-F5344CB8AC3E}">
        <p14:creationId xmlns:p14="http://schemas.microsoft.com/office/powerpoint/2010/main" val="3453587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94041-2D15-1768-B9FE-F6F8BC6DC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15E7647-8CA4-1234-83EF-E805452CF370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1556279-29C3-AAAC-7163-2DE3469F8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7165E6F-54ED-4977-A15E-D44BE7238A65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1DCF457-C256-35D4-56F8-ED2C52F7977F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15032F7-1EC6-9228-23C3-C7097AF8F579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2F1DC21-9EC9-5250-E6E8-D4573557FAD8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09274AC-99CF-C8AA-712F-C3E55A7931C2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3B3E7FD-1F69-453A-AD92-34D8553A8713}"/>
              </a:ext>
            </a:extLst>
          </p:cNvPr>
          <p:cNvSpPr/>
          <p:nvPr/>
        </p:nvSpPr>
        <p:spPr>
          <a:xfrm>
            <a:off x="2925792" y="1665006"/>
            <a:ext cx="6495691" cy="31054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NO RELEVANT CLASHINGS</a:t>
            </a:r>
          </a:p>
        </p:txBody>
      </p:sp>
    </p:spTree>
    <p:extLst>
      <p:ext uri="{BB962C8B-B14F-4D97-AF65-F5344CB8AC3E}">
        <p14:creationId xmlns:p14="http://schemas.microsoft.com/office/powerpoint/2010/main" val="997466736"/>
      </p:ext>
    </p:extLst>
  </p:cSld>
  <p:clrMapOvr>
    <a:masterClrMapping/>
  </p:clrMapOvr>
</p:sld>
</file>

<file path=ppt/theme/theme1.xml><?xml version="1.0" encoding="utf-8"?>
<a:theme xmlns:a="http://schemas.openxmlformats.org/drawingml/2006/main" name="1_Master Title">
  <a:themeElements>
    <a:clrScheme name="RTX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D9D9D6"/>
      </a:accent1>
      <a:accent2>
        <a:srgbClr val="B1B3B3"/>
      </a:accent2>
      <a:accent3>
        <a:srgbClr val="63666A"/>
      </a:accent3>
      <a:accent4>
        <a:srgbClr val="7BA7BC"/>
      </a:accent4>
      <a:accent5>
        <a:srgbClr val="B7A99A"/>
      </a:accent5>
      <a:accent6>
        <a:srgbClr val="CE1126"/>
      </a:accent6>
      <a:hlink>
        <a:srgbClr val="CE1126"/>
      </a:hlink>
      <a:folHlink>
        <a:srgbClr val="61636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A_16x9_2023_v1.pptx" id="{985ADEE2-8E72-40C3-8FB7-AC518205EFF2}" vid="{BCBEB60C-7CDD-49C6-9FB9-B00EBEB5805B}"/>
    </a:ext>
  </a:extLst>
</a:theme>
</file>

<file path=ppt/theme/theme2.xml><?xml version="1.0" encoding="utf-8"?>
<a:theme xmlns:a="http://schemas.openxmlformats.org/drawingml/2006/main" name="Office Theme">
  <a:themeElements>
    <a:clrScheme name="RTX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D9D9D6"/>
      </a:accent1>
      <a:accent2>
        <a:srgbClr val="B1B3B3"/>
      </a:accent2>
      <a:accent3>
        <a:srgbClr val="63666A"/>
      </a:accent3>
      <a:accent4>
        <a:srgbClr val="7BA7BC"/>
      </a:accent4>
      <a:accent5>
        <a:srgbClr val="B7A99A"/>
      </a:accent5>
      <a:accent6>
        <a:srgbClr val="CE1126"/>
      </a:accent6>
      <a:hlink>
        <a:srgbClr val="CE1126"/>
      </a:hlink>
      <a:folHlink>
        <a:srgbClr val="61636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RTX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D9D9D6"/>
      </a:accent1>
      <a:accent2>
        <a:srgbClr val="B1B3B3"/>
      </a:accent2>
      <a:accent3>
        <a:srgbClr val="63666A"/>
      </a:accent3>
      <a:accent4>
        <a:srgbClr val="7BA7BC"/>
      </a:accent4>
      <a:accent5>
        <a:srgbClr val="B7A99A"/>
      </a:accent5>
      <a:accent6>
        <a:srgbClr val="CE1126"/>
      </a:accent6>
      <a:hlink>
        <a:srgbClr val="CE1126"/>
      </a:hlink>
      <a:folHlink>
        <a:srgbClr val="61636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VIOLATION xmlns="1f014d26-b0c9-4719-9c4e-6e631f7a801d">FALSE</VIOLATION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WrappedLabelHistory xmlns:xsi="http://www.w3.org/2001/XMLSchema-instance" xmlns:xsd="http://www.w3.org/2001/XMLSchema" xmlns="http://www.boldonjames.com/2016/02/Classifier/internal/wrappedLabelHistory">
  <Value>PD94bWwgdmVyc2lvbj0iMS4wIiBlbmNvZGluZz0idXMtYXNjaWkiPz48bGFiZWxIaXN0b3J5IHhtbG5zOnhzaT0iaHR0cDovL3d3dy53My5vcmcvMjAwMS9YTUxTY2hlbWEtaW5zdGFuY2UiIHhtbG5zOnhzZD0iaHR0cDovL3d3dy53My5vcmcvMjAwMS9YTUxTY2hlbWEiIHhtbG5zPSJodHRwOi8vd3d3LmJvbGRvbmphbWVzLmNvbS8yMDE2LzAyL0NsYXNzaWZpZXIvaW50ZXJuYWwvbGFiZWxIaXN0b3J5Ij48aXRlbT48c2lzbCBzaXNsVmVyc2lvbj0iMCIgcG9saWN5PSJjZGU1M2FjMS1iZjVmLTRhYWUtOWNmMS0wNzUwOWUyM2E0YjAiIG9yaWdpbj0iZGVmYXVsdFZhbHVlIj48ZWxlbWVudCB1aWQ9ImJiYTk0YzY1LWFjM2QtNGYzNC1iMmUxLThkZTExZWY2ZjAxYyIgdmFsdWU9IiIgeG1sbnM9Imh0dHA6Ly93d3cuYm9sZG9uamFtZXMuY29tLzIwMDgvMDEvc2llL2ludGVybmFsL2xhYmVsIiAvPjwvc2lzbD48VXNlck5hbWU+VVNcbnJwMDI0MTU4MjwvVXNlck5hbWU+PERhdGVUaW1lPjIvMTIvMjAyMCAyOjQ5OjE3IFBNPC9EYXRlVGltZT48TGFiZWxTdHJpbmc+T3JpZ2luIEp1cmlzZGljdGlvbjogVVMgPC9MYWJlbFN0cmluZz48L2l0ZW0+PGl0ZW0+PHNpc2wgc2lzbFZlcnNpb249IjAiIHBvbGljeT0iY2RlNTNhYzEtYmY1Zi00YWFlLTljZjEtMDc1MDllMjNhNGIwIiBvcmlnaW49InVzZXJTZWxlY3RlZCI+PGVsZW1lbnQgdWlkPSJiYmE5NGM2NS1hYzNkLTRmMzQtYjJlMS04ZGUxMWVmNmYwMWMiIHZhbHVlPSIiIHhtbG5zPSJodHRwOi8vd3d3LmJvbGRvbmphbWVzLmNvbS8yMDA4LzAxL3NpZS9pbnRlcm5hbC9sYWJlbCIgLz48ZWxlbWVudCB1aWQ9IjU5OGNmYzI4LTVkZmQtNGYwNi04YzAxLWM3NTg4ZmQzOTRmMCIgdmFsdWU9IiIgeG1sbnM9Imh0dHA6Ly93d3cuYm9sZG9uamFtZXMuY29tLzIwMDgvMDEvc2llL2ludGVybmFsL2xhYmVsIiAvPjxlbGVtZW50IHVpZD0iYWFmYzlhOTUtZWU1ZC00ODdjLTljNGUtNjdhNTM4MGYyOTkxIiB2YWx1ZT0iIiB4bWxucz0iaHR0cDovL3d3dy5ib2xkb25qYW1lcy5jb20vMjAwOC8wMS9zaWUvaW50ZXJuYWwvbGFiZWwiIC8+PGVsZW1lbnQgdWlkPSJkNzU5Y2Q3YS1iNTdjLTQyZTQtOWE0OS05YjgyYTIzMzc1NzkiIHZhbHVlPSIiIHhtbG5zPSJodHRwOi8vd3d3LmJvbGRvbmphbWVzLmNvbS8yMDA4LzAxL3NpZS9pbnRlcm5hbC9sYWJlbCIgLz48ZWxlbWVudCB1aWQ9ImMyMDZkNWZhLWFlZTEtNGY2NC04OWQ5LWY4MWU0ZDdiM2FjYyIgdmFsdWU9IiIgeG1sbnM9Imh0dHA6Ly93d3cuYm9sZG9uamFtZXMuY29tLzIwMDgvMDEvc2llL2ludGVybmFsL2xhYmVsIiAvPjwvc2lzbD48VXNlck5hbWU+VVNcbnJwMDI0MTU4MjwvVXNlck5hbWU+PERhdGVUaW1lPjIvMTIvMjAyMCAzOjAzOjA5IFBNPC9EYXRlVGltZT48TGFiZWxTdHJpbmc+T3JpZ2luIEp1cmlzZGljdGlvbjogVVMgIHwgUmF5dGhlb24gQ29tcGV0aXRpb24gU2Vuc2l0aXZlIHwgUGVyIEN1cnJlbnQgUmF5dGhlb24gUG9saWN5IChSUC1PR0MtMDM1KSB8IE5vbi1FeHBvcnQgQ29udHJvbGxlZCBUZWNobmljYWwgSW5mb3JtYXRpb24gKEVYSU0gRGV0ZXJtaW5lZCBPbmx5KSB8IFBlciBDdXJyZW50IFJheXRoZW9uIFBvbGljeSAoUEktT0dDLUdUQy01MDA0KTwvTGFiZWxTdHJpbmc+PC9pdGVtPjxpdGVtPjxzaXNsIHNpc2xWZXJzaW9uPSIwIiBwb2xpY3k9ImNkZTUzYWMxLWJmNWYtNGFhZS05Y2YxLTA3NTA5ZTIzYTRiMCIgb3JpZ2luPSJ1c2VyU2VsZWN0ZWQiPjxlbGVtZW50IHVpZD0iYmJhOTRjNjUtYWMzZC00ZjM0LWIyZTEtOGRlMTFlZjZmMDFjIiB2YWx1ZT0iIiB4bWxucz0iaHR0cDovL3d3dy5ib2xkb25qYW1lcy5jb20vMjAwOC8wMS9zaWUvaW50ZXJuYWwvbGFiZWwiIC8+PGVsZW1lbnQgdWlkPSI5OTdhNzE2ZS1jMDNmLTQzYjEtYTViMC1kNmNkMDRlOWJhNDAiIHZhbHVlPSIiIHhtbG5zPSJodHRwOi8vd3d3LmJvbGRvbmphbWVzLmNvbS8yMDA4LzAxL3NpZS9pbnRlcm5hbC9sYWJlbCIgLz48ZWxlbWVudCB1aWQ9ImFhZmM5YTk1LWVlNWQtNDg3Yy05YzRlLTY3YTUzODBmMjk5MSIgdmFsdWU9IiIgeG1sbnM9Imh0dHA6Ly93d3cuYm9sZG9uamFtZXMuY29tLzIwMDgvMDEvc2llL2ludGVybmFsL2xhYmVsIiAvPjxlbGVtZW50IHVpZD0iY2FlMTFhNmItMjFiMS00OWQ4LTk5ZDgtZWQzMDY4NTEzODRhIiB2YWx1ZT0iIiB4bWxucz0iaHR0cDovL3d3dy5ib2xkb25qYW1lcy5jb20vMjAwOC8wMS9zaWUvaW50ZXJuYWwvbGFiZWwiIC8+PGVsZW1lbnQgdWlkPSJjMjA2ZDVmYS1hZWUxLTRmNjQtODlkOS1mODFlNGQ3YjNhY2MiIHZhbHVlPSIiIHhtbG5zPSJodHRwOi8vd3d3LmJvbGRvbmphbWVzLmNvbS8yMDA4LzAxL3NpZS9pbnRlcm5hbC9sYWJlbCIgLz48L3Npc2w+PFVzZXJOYW1lPlVTXG5ycDAyNDE1ODI8L1VzZXJOYW1lPjxEYXRlVGltZT4yLzEyLzIwMjAgMzoyODo1NyBQTTwvRGF0ZVRpbWU+PExhYmVsU3RyaW5nPk9yaWdpbiBKdXJpc2RpY3Rpb246IFVTICB8IFJheXRoZW9uIFByb3ByaWV0YXJ5IHwgUGVyIEN1cnJlbnQgUmF5dGhlb24gUG9saWN5IChSUC1PR0MtMDM1KSB8IFVTLUlUQVIgQ29udHJvbGxlZCB8IFBlciBDdXJyZW50IFJheXRoZW9uIFBvbGljeSAoUEktT0dDLUdUQy01MDA0KTwvTGFiZWxTdHJpbmc+PC9pdGVtPjxpdGVtPjxzaXNsIHNpc2xWZXJzaW9uPSIwIiBwb2xpY3k9ImNkZTUzYWMxLWJmNWYtNGFhZS05Y2YxLTA3NTA5ZTIzYTRiMCIgb3JpZ2luPSJ1c2VyU2VsZWN0ZWQiPjxlbGVtZW50IHVpZD0iYmJhOTRjNjUtYWMzZC00ZjM0LWIyZTEtOGRlMTFlZjZmMDFjIiB2YWx1ZT0iIiB4bWxucz0iaHR0cDovL3d3dy5ib2xkb25qYW1lcy5jb20vMjAwOC8wMS9zaWUvaW50ZXJuYWwvbGFiZWwiIC8+PGVsZW1lbnQgdWlkPSIwMTJlYjIyYy03NmNhLTRlNGYtOGFiOS1mYWJiMDU0YWUxNDAiIHZhbHVlPSIiIHhtbG5zPSJodHRwOi8vd3d3LmJvbGRvbmphbWVzLmNvbS8yMDA4LzAxL3NpZS9pbnRlcm5hbC9sYWJlbCIgLz48ZWxlbWVudCB1aWQ9ImFhZmM5YTk1LWVlNWQtNDg3Yy05YzRlLTY3YTUzODBmMjk5MSIgdmFsdWU9IiIgeG1sbnM9Imh0dHA6Ly93d3cuYm9sZG9uamFtZXMuY29tLzIwMDgvMDEvc2llL2ludGVybmFsL2xhYmVsIiAvPjxlbGVtZW50IHVpZD0iYmMyYjdjMDEtNmRiMS00ZTdkLTg4ZDEtZmM2MTY3NGY4NmZkIiB2YWx1ZT0iIiB4bWxucz0iaHR0cDovL3d3dy5ib2xkb25qYW1lcy5jb20vMjAwOC8wMS9zaWUvaW50ZXJuYWwvbGFiZWwiIC8+PGVsZW1lbnQgdWlkPSI5MmU5OTNhMy1hZjMyLTRhZmItYWExOS0zYTQ5Y2RiODJjN2EiIHZhbHVlPSIiIHhtbG5zPSJodHRwOi8vd3d3LmJvbGRvbmphbWVzLmNvbS8yMDA4LzAxL3NpZS9pbnRlcm5hbC9sYWJlbCIgLz48L3Npc2w+PFVzZXJOYW1lPlVTXG5ycDAyNDE1ODI8L1VzZXJOYW1lPjxEYXRlVGltZT4yLzE0LzIwMjAgNDo0Mjo0NCBQTTwvRGF0ZVRpbWU+PExhYmVsU3RyaW5nPk9yaWdpbiBKdXJpc2RpY3Rpb246IFVTICB8IFJheXRoZW9uIE1vc3QgUHJpdmF0ZSB8IFBlciBDdXJyZW50IFJheXRoZW9uIFBvbGljeSAoUlAtT0dDLTAzNSkgfCBPdGhlciBJbmZvcm1hdGlvbiAoTm90IFJlcXVpcmluZyBhbiBFeHBvcnQgQ29udHJvbCBNYXJraW5nKSB8IE5vIG1hcmtpbmcgYXBwbGllZCBieSB0aGUgdG9vbDwvTGFiZWxTdHJpbmc+PC9pdGVtPjxpdGVtPjxzaXNsIHNpc2xWZXJzaW9uPSIwIiBwb2xpY3k9ImNkZTUzYWMxLWJmNWYtNGFhZS05Y2YxLTA3NTA5ZTIzYTRiMCIgb3JpZ2luPSJ1c2VyU2VsZWN0ZWQiPjxlbGVtZW50IHVpZD0iYmJhOTRjNjUtYWMzZC00ZjM0LWIyZTEtOGRlMTFlZjZmMDFjIiB2YWx1ZT0iIiB4bWxucz0iaHR0cDovL3d3dy5ib2xkb25qYW1lcy5jb20vMjAwOC8wMS9zaWUvaW50ZXJuYWwvbGFiZWwiIC8+PGVsZW1lbnQgdWlkPSI5OTdhNzE2ZS1jMDNmLTQzYjEtYTViMC1kNmNkMDRlOWJhNDAiIHZhbHVlPSIiIHhtbG5zPSJodHRwOi8vd3d3LmJvbGRvbmphbWVzLmNvbS8yMDA4LzAxL3NpZS9pbnRlcm5hbC9sYWJlbCIgLz48ZWxlbWVudCB1aWQ9ImFhZmM5YTk1LWVlNWQtNDg3Yy05YzRlLTY3YTUzODBmMjk5MSIgdmFsdWU9IiIgeG1sbnM9Imh0dHA6Ly93d3cuYm9sZG9uamFtZXMuY29tLzIwMDgvMDEvc2llL2ludGVybmFsL2xhYmVsIiAvPjxlbGVtZW50IHVpZD0iZmI5OTEzMDgtYTNkZS00MGE4LTk2N2ItMDkyMjMzNDI0MWJhIiB2YWx1ZT0iIiB4bWxucz0iaHR0cDovL3d3dy5ib2xkb25qYW1lcy5jb20vMjAwOC8wMS9zaWUvaW50ZXJuYWwvbGFiZWwiIC8+PGVsZW1lbnQgdWlkPSJjMjA2ZDVmYS1hZWUxLTRmNjQtODlkOS1mODFlNGQ3YjNhY2MiIHZhbHVlPSIiIHhtbG5zPSJodHRwOi8vd3d3LmJvbGRvbmphbWVzLmNvbS8yMDA4LzAxL3NpZS9pbnRlcm5hbC9sYWJlbCIgLz48L3Npc2w+PFVzZXJOYW1lPlVTXG5ycDAyNDE1ODI8L1VzZXJOYW1lPjxEYXRlVGltZT4yLzE0LzIwMjAgNjoyOTozNCBQTTwvRGF0ZVRpbWU+PExhYmVsU3RyaW5nPk9yaWdpbiBKdXJpc2RpY3Rpb246IFVTICB8IFJheXRoZW9uIFByb3ByaWV0YXJ5IHwgUGVyIEN1cnJlbnQgUmF5dGhlb24gUG9saWN5IChSUC1PR0MtMDM1KSB8IFVTLUV4cG9ydCBDb250cm9sbGVkIEp1cmlzZGljdGlvbiBVbmRldGVybWluZWQgfCBQZXIgQ3VycmVudCBSYXl0aGVvbiBQb2xpY3kgKFBJLU9HQy1HVEMtNTAwNCk8L0xhYmVsU3RyaW5nPjwvaXRlbT48aXRlbT48c2lzbCBzaXNsVmVyc2lvbj0iMCIgcG9saWN5PSJjZGU1M2FjMS1iZjVmLTRhYWUtOWNmMS0wNzUwOWUyM2E0YjAiIG9yaWdpbj0idXNlclNlbGVjdGVkIj48ZWxlbWVudCB1aWQ9ImJiYTk0YzY1LWFjM2QtNGYzNC1iMmUxLThkZTExZWY2ZjAxYyIgdmFsdWU9IiIgeG1sbnM9Imh0dHA6Ly93d3cuYm9sZG9uamFtZXMuY29tLzIwMDgvMDEvc2llL2ludGVybmFsL2xhYmVsIiAvPjxlbGVtZW50IHVpZD0iYWNmOWVjYzMtMGY0NS00MjM0LWE5MGQtZTQzNjhmYWNkOTgxIiB2YWx1ZT0iIiB4bWxucz0iaHR0cDovL3d3dy5ib2xkb25qYW1lcy5jb20vMjAwOC8wMS9zaWUvaW50ZXJuYWwvbGFiZWwiIC8+PGVsZW1lbnQgdWlkPSJhYWZjOWE5NS1lZTVkLTQ4N2MtOWM0ZS02N2E1MzgwZjI5OTEiIHZhbHVlPSIiIHhtbG5zPSJodHRwOi8vd3d3LmJvbGRvbmphbWVzLmNvbS8yMDA4LzAxL3NpZS9pbnRlcm5hbC9sYWJlbCIgLz48ZWxlbWVudCB1aWQ9ImZiOTkxMzA4LWEzZGUtNDBhOC05NjdiLTA5MjIzMzQyNDFiYSIgdmFsdWU9IiIgeG1sbnM9Imh0dHA6Ly93d3cuYm9sZG9uamFtZXMuY29tLzIwMDgvMDEvc2llL2ludGVybmFsL2xhYmVsIiAvPjxlbGVtZW50IHVpZD0iYzIwNmQ1ZmEtYWVlMS00ZjY0LTg5ZDktZjgxZTRkN2IzYWNjIiB2YWx1ZT0iIiB4bWxucz0iaHR0cDovL3d3dy5ib2xkb25qYW1lcy5jb20vMjAwOC8wMS9zaWUvaW50ZXJuYWwvbGFiZWwiIC8+PC9zaXNsPjxVc2VyTmFtZT5VU1xucnAwMjQxNTgyPC9Vc2VyTmFtZT48RGF0ZVRpbWU+Mi8xNy8yMDIwIDg6Mjg6MzEgUE08L0RhdGVUaW1lPjxMYWJlbFN0cmluZz5PcmlnaW4gSnVyaXNkaWN0aW9uOiBVUyAgfCBJbnRlcm5hbCBVc2UgT25seSB8IFBlciBDdXJyZW50IFJheXRoZW9uIFBvbGljeSAoUlAtT0dDLTAzNSkgfCBVUy1FeHBvcnQgQ29udHJvbGxlZCBKdXJpc2RpY3Rpb24gVW5kZXRlcm1pbmVkIHwgUGVyIEN1cnJlbnQgUmF5dGhlb24gUG9saWN5IChQSS1PR0MtR1RDLTUwMDQpPC9MYWJlbFN0cmluZz48L2l0ZW0+PGl0ZW0+PHNpc2wgc2lzbFZlcnNpb249IjAiIHBvbGljeT0iY2RlNTNhYzEtYmY1Zi00YWFlLTljZjEtMDc1MDllMjNhNGIwIiBvcmlnaW49InVzZXJTZWxlY3RlZCI+PGVsZW1lbnQgdWlkPSJiYmE5NGM2NS1hYzNkLTRmMzQtYjJlMS04ZGUxMWVmNmYwMWMiIHZhbHVlPSIiIHhtbG5zPSJodHRwOi8vd3d3LmJvbGRvbmphbWVzLmNvbS8yMDA4LzAxL3NpZS9pbnRlcm5hbC9sYWJlbCIgLz48ZWxlbWVudCB1aWQ9Ijk5N2E3MTZlLWMwM2YtNDNiMS1hNWIwLWQ2Y2QwNGU5YmE0MCIgdmFsdWU9IiIgeG1sbnM9Imh0dHA6Ly93d3cuYm9sZG9uamFtZXMuY29tLzIwMDgvMDEvc2llL2ludGVybmFsL2xhYmVsIiAvPjxlbGVtZW50IHVpZD0iYWFmYzlhOTUtZWU1ZC00ODdjLTljNGUtNjdhNTM4MGYyOTkxIiB2YWx1ZT0iIiB4bWxucz0iaHR0cDovL3d3dy5ib2xkb25qYW1lcy5jb20vMjAwOC8wMS9zaWUvaW50ZXJuYWwvbGFiZWwiIC8+PGVsZW1lbnQgdWlkPSJiYzJiN2MwMS02ZGIxLTRlN2QtODhkMS1mYzYxNjc0Zjg2ZmQiIHZhbHVlPSIiIHhtbG5zPSJodHRwOi8vd3d3LmJvbGRvbmphbWVzLmNvbS8yMDA4LzAxL3NpZS9pbnRlcm5hbC9sYWJlbCIgLz48ZWxlbWVudCB1aWQ9IjkyZTk5M2EzLWFmMzItNGFmYi1hYTE5LTNhNDljZGI4MmM3YSIgdmFsdWU9IiIgeG1sbnM9Imh0dHA6Ly93d3cuYm9sZG9uamFtZXMuY29tLzIwMDgvMDEvc2llL2ludGVybmFsL2xhYmVsIiAvPjwvc2lzbD48VXNlck5hbWU+VVNcbnJwMDI0MTU4MjwvVXNlck5hbWU+PERhdGVUaW1lPjIvMTgvMjAyMCA0OjU4OjI4IFBNPC9EYXRlVGltZT48TGFiZWxTdHJpbmc+T3JpZ2luIEp1cmlzZGljdGlvbjogVVMgIHwgUmF5dGhlb24gUHJvcHJpZXRhcnkgfCBQZXIgQ3VycmVudCBSYXl0aGVvbiBQb2xpY3kgKFJQLU9HQy0wMzUpIHwgT3RoZXIgSW5mb3JtYXRpb24gKE5vdCBSZXF1aXJpbmcgYW4gRXhwb3J0IENvbnRyb2wgTWFya2luZykgfCBObyBtYXJraW5nIGFwcGxpZWQgYnkgdGhlIHRvb2w8L0xhYmVsU3RyaW5nPjwvaXRlbT48aXRlbT48c2lzbCBzaXNsVmVyc2lvbj0iMCIgcG9saWN5PSJjZGU1M2FjMS1iZjVmLTRhYWUtOWNmMS0wNzUwOWUyM2E0YjAiIG9yaWdpbj0idXNlclNlbGVjdGVkIj48ZWxlbWVudCB1aWQ9ImJiYTk0YzY1LWFjM2QtNGYzNC1iMmUxLThkZTExZWY2ZjAxYyIgdmFsdWU9IiIgeG1sbnM9Imh0dHA6Ly93d3cuYm9sZG9uamFtZXMuY29tLzIwMDgvMDEvc2llL2ludGVybmFsL2xhYmVsIiAvPjxlbGVtZW50IHVpZD0iMDEyZWIyMmMtNzZjYS00ZTRmLThhYjktZmFiYjA1NGFlMTQwIiB2YWx1ZT0iIiB4bWxucz0iaHR0cDovL3d3dy5ib2xkb25qYW1lcy5jb20vMjAwOC8wMS9zaWUvaW50ZXJuYWwvbGFiZWwiIC8+PGVsZW1lbnQgdWlkPSJhYWZjOWE5NS1lZTVkLTQ4N2MtOWM0ZS02N2E1MzgwZjI5OTEiIHZhbHVlPSIiIHhtbG5zPSJodHRwOi8vd3d3LmJvbGRvbmphbWVzLmNvbS8yMDA4LzAxL3NpZS9pbnRlcm5hbC9sYWJlbCIgLz48ZWxlbWVudCB1aWQ9ImZiOTkxMzA4LWEzZGUtNDBhOC05NjdiLTA5MjIzMzQyNDFiYSIgdmFsdWU9IiIgeG1sbnM9Imh0dHA6Ly93d3cuYm9sZG9uamFtZXMuY29tLzIwMDgvMDEvc2llL2ludGVybmFsL2xhYmVsIiAvPjxlbGVtZW50IHVpZD0iYzIwNmQ1ZmEtYWVlMS00ZjY0LTg5ZDktZjgxZTRkN2IzYWNjIiB2YWx1ZT0iIiB4bWxucz0iaHR0cDovL3d3dy5ib2xkb25qYW1lcy5jb20vMjAwOC8wMS9zaWUvaW50ZXJuYWwvbGFiZWwiIC8+PC9zaXNsPjxVc2VyTmFtZT5VU1xucnAwMjQxNTgyPC9Vc2VyTmFtZT48RGF0ZVRpbWU+Mi8xOC8yMDIwIDU6MDA6MTYgUE08L0RhdGVUaW1lPjxMYWJlbFN0cmluZz5PcmlnaW4gSnVyaXNkaWN0aW9uOiBVUyAgfCBSYXl0aGVvbiBNb3N0IFByaXZhdGUgfCBQZXIgQ3VycmVudCBSYXl0aGVvbiBQb2xpY3kgKFJQLU9HQy0wMzUpIHwgVVMtRXhwb3J0IENvbnRyb2xsZWQgSnVyaXNkaWN0aW9uIFVuZGV0ZXJtaW5lZCB8IFBlciBDdXJyZW50IFJheXRoZW9uIFBvbGljeSAoUEktT0dDLUdUQy01MDA0KTwvTGFiZWxTdHJpbmc+PC9pdGVtPjxpdGVtPjxzaXNsIHNpc2xWZXJzaW9uPSIwIiBwb2xpY3k9ImNkZTUzYWMxLWJmNWYtNGFhZS05Y2YxLTA3NTA5ZTIzYTRiMCIgb3JpZ2luPSJ1c2VyU2VsZWN0ZWQiPjxlbGVtZW50IHVpZD0iYmJhOTRjNjUtYWMzZC00ZjM0LWIyZTEtOGRlMTFlZjZmMDFjIiB2YWx1ZT0iIiB4bWxucz0iaHR0cDovL3d3dy5ib2xkb25qYW1lcy5jb20vMjAwOC8wMS9zaWUvaW50ZXJuYWwvbGFiZWwiIC8+PGVsZW1lbnQgdWlkPSJhY2Y5ZWNjMy0wZjQ1LTQyMzQtYTkwZC1lNDM2OGZhY2Q5ODEiIHZhbHVlPSIiIHhtbG5zPSJodHRwOi8vd3d3LmJvbGRvbmphbWVzLmNvbS8yMDA4LzAxL3NpZS9pbnRlcm5hbC9sYWJlbCIgLz48ZWxlbWVudCB1aWQ9ImFhZmM5YTk1LWVlNWQtNDg3Yy05YzRlLTY3YTUzODBmMjk5MSIgdmFsdWU9IiIgeG1sbnM9Imh0dHA6Ly93d3cuYm9sZG9uamFtZXMuY29tLzIwMDgvMDEvc2llL2ludGVybmFsL2xhYmVsIiAvPjxlbGVtZW50IHVpZD0iYmMyYjdjMDEtNmRiMS00ZTdkLTg4ZDEtZmM2MTY3NGY4NmZkIiB2YWx1ZT0iIiB4bWxucz0iaHR0cDovL3d3dy5ib2xkb25qYW1lcy5jb20vMjAwOC8wMS9zaWUvaW50ZXJuYWwvbGFiZWwiIC8+PGVsZW1lbnQgdWlkPSI5MmU5OTNhMy1hZjMyLTRhZmItYWExOS0zYTQ5Y2RiODJjN2EiIHZhbHVlPSIiIHhtbG5zPSJodHRwOi8vd3d3LmJvbGRvbmphbWVzLmNvbS8yMDA4LzAxL3NpZS9pbnRlcm5hbC9sYWJlbCIgLz48L3Npc2w+PFVzZXJOYW1lPlVTXG5ycDAyNDE1ODI8L1VzZXJOYW1lPjxEYXRlVGltZT4zLzcvMjAyMCA4OjIzOjM2IFBNPC9EYXRlVGltZT48TGFiZWxTdHJpbmc+T3JpZ2luIEp1cmlzZGljdGlvbjogVVMgIHwgSW50ZXJuYWwgVXNlIE9ubHkgfCBQZXIgQ3VycmVudCBSYXl0aGVvbiBQb2xpY3kgKFJQLU9HQy0wMzUpIHwgT3RoZXIgSW5mb3JtYXRpb24gKE5vdCBSZXF1aXJpbmcgYW4gRXhwb3J0IENvbnRyb2wgTWFya2luZykgfCBObyBtYXJraW5nIGFwcGxpZWQgYnkgdGhlIHRvb2w8L0xhYmVsU3RyaW5nPjwvaXRlbT48aXRlbT48c2lzbCBzaXNsVmVyc2lvbj0iMCIgcG9saWN5PSJjZGU1M2FjMS1iZjVmLTRhYWUtOWNmMS0wNzUwOWUyM2E0YjAiIG9yaWdpbj0idXNlclNlbGVjdGVkIj48ZWxlbWVudCB1aWQ9ImJiYTk0YzY1LWFjM2QtNGYzNC1iMmUxLThkZTExZWY2ZjAxYyIgdmFsdWU9IiIgeG1sbnM9Imh0dHA6Ly93d3cuYm9sZG9uamFtZXMuY29tLzIwMDgvMDEvc2llL2ludGVybmFsL2xhYmVsIiAvPjxlbGVtZW50IHVpZD0iOTk3YTcxNmUtYzAzZi00M2IxLWE1YjAtZDZjZDA0ZTliYTQwIiB2YWx1ZT0iIiB4bWxucz0iaHR0cDovL3d3dy5ib2xkb25qYW1lcy5jb20vMjAwOC8wMS9zaWUvaW50ZXJuYWwvbGFiZWwiIC8+PGVsZW1lbnQgdWlkPSJhYWZjOWE5NS1lZTVkLTQ4N2MtOWM0ZS02N2E1MzgwZjI5OTEiIHZhbHVlPSIiIHhtbG5zPSJodHRwOi8vd3d3LmJvbGRvbmphbWVzLmNvbS8yMDA4LzAxL3NpZS9pbnRlcm5hbC9sYWJlbCIgLz48ZWxlbWVudCB1aWQ9ImZiOTkxMzA4LWEzZGUtNDBhOC05NjdiLTA5MjIzMzQyNDFiYSIgdmFsdWU9IiIgeG1sbnM9Imh0dHA6Ly93d3cuYm9sZG9uamFtZXMuY29tLzIwMDgvMDEvc2llL2ludGVybmFsL2xhYmVsIiAvPjxlbGVtZW50IHVpZD0iYzIwNmQ1ZmEtYWVlMS00ZjY0LTg5ZDktZjgxZTRkN2IzYWNjIiB2YWx1ZT0iIiB4bWxucz0iaHR0cDovL3d3dy5ib2xkb25qYW1lcy5jb20vMjAwOC8wMS9zaWUvaW50ZXJuYWwvbGFiZWwiIC8+PC9zaXNsPjxVc2VyTmFtZT5VU1xucnAwMjQxNTgyPC9Vc2VyTmFtZT48RGF0ZVRpbWU+My83LzIwMjAgODoyNDo0OSBQTTwvRGF0ZVRpbWU+PExhYmVsU3RyaW5nPk9yaWdpbiBKdXJpc2RpY3Rpb246IFVTICB8IFJheXRoZW9uIFByb3ByaWV0YXJ5IHwgUGVyIEN1cnJlbnQgUmF5dGhlb24gUG9saWN5IChSUC1PR0MtMDM1KSB8IFVTLUV4cG9ydCBDb250cm9sbGVkIEp1cmlzZGljdGlvbiBVbmRldGVybWluZWQgfCBQZXIgQ3VycmVudCBSYXl0aGVvbiBQb2xpY3kgKFBJLU9HQy1HVEMtNTAwNCk8L0xhYmVsU3RyaW5nPjwvaXRlbT48aXRlbT48c2lzbCBzaXNsVmVyc2lvbj0iMCIgcG9saWN5PSJjZGU1M2FjMS1iZjVmLTRhYWUtOWNmMS0wNzUwOWUyM2E0YjAiIG9yaWdpbj0idXNlclNlbGVjdGVkIj48ZWxlbWVudCB1aWQ9ImJiYTk0YzY1LWFjM2QtNGYzNC1iMmUxLThkZTExZWY2ZjAxYyIgdmFsdWU9IiIgeG1sbnM9Imh0dHA6Ly93d3cuYm9sZG9uamFtZXMuY29tLzIwMDgvMDEvc2llL2ludGVybmFsL2xhYmVsIiAvPjxlbGVtZW50IHVpZD0iZmI5OTEzMDgtYTNkZS00MGE4LTk2N2ItMDkyMjMzNDI0MWJhIiB2YWx1ZT0iIiB4bWxucz0iaHR0cDovL3d3dy5ib2xkb25qYW1lcy5jb20vMjAwOC8wMS9zaWUvaW50ZXJuYWwvbGFiZWwiIC8+PGVsZW1lbnQgdWlkPSJjMjA2ZDVmYS1hZWUxLTRmNjQtODlkOS1mODFlNGQ3YjNhY2MiIHZhbHVlPSIiIHhtbG5zPSJodHRwOi8vd3d3LmJvbGRvbmphbWVzLmNvbS8yMDA4LzAxL3NpZS9pbnRlcm5hbC9sYWJlbCIgLz48ZWxlbWVudCB1aWQ9ImFjZjllY2MzLTBmNDUtNDIzNC1hOTBkLWU0MzY4ZmFjZDk4MSIgdmFsdWU9IiIgeG1sbnM9Imh0dHA6Ly93d3cuYm9sZG9uamFtZXMuY29tLzIwMDgvMDEvc2llL2ludGVybmFsL2xhYmVsIiAvPjxlbGVtZW50IHVpZD0iYWFmYzlhOTUtZWU1ZC00ODdjLTljNGUtNjdhNTM4MGYyOTkxIiB2YWx1ZT0iIiB4bWxucz0iaHR0cDovL3d3dy5ib2xkb25qYW1lcy5jb20vMjAwOC8wMS9zaWUvaW50ZXJuYWwvbGFiZWwiIC8+PC9zaXNsPjxVc2VyTmFtZT5VU1wxMTAzMDg1PC9Vc2VyTmFtZT48RGF0ZVRpbWU+My8xMi8yMDIwIDY6MjM6MjMgUE08L0RhdGVUaW1lPjxMYWJlbFN0cmluZz5PcmlnaW4gSnVyaXNkaWN0aW9uOiBVUyAgfCBJbnRlcm5hbCBVc2UgT25seSB8IFBlciBDdXJyZW50IFJheXRoZW9uIFBvbGljeSAoUlAtT0dDLTAzNSkgfCBVUy1FeHBvcnQgQ29udHJvbGxlZCBKdXJpc2RpY3Rpb24gVW5kZXRlcm1pbmVkIHwgUGVyIEN1cnJlbnQgUmF5dGhlb24gUG9saWN5IChQSS1PR0MtR1RDLTUwMDQpPC9MYWJlbFN0cmluZz48L2l0ZW0+PGl0ZW0+PHNpc2wgc2lzbFZlcnNpb249IjAiIHBvbGljeT0iY2RlNTNhYzEtYmY1Zi00YWFlLTljZjEtMDc1MDllMjNhNGIwIiBvcmlnaW49InVzZXJTZWxlY3RlZCIgLz48VXNlck5hbWU+VVNcMTEwMzA4NTwvVXNlck5hbWU+PERhdGVUaW1lPjMvMTMvMjAyMCAxMDowMjo0NCBQTTwvRGF0ZVRpbWU+PExhYmVsU3RyaW5nPlRoaXMgYXJ0aWZhY3QgaGFzIG5vIGNsYXNzaWZpY2F0aW9uLjwvTGFiZWxTdHJpbmc+PC9pdGVtPjxpdGVtPjxzaXNsIHNpc2xWZXJzaW9uPSIwIiBwb2xpY3k9ImNkZTUzYWMxLWJmNWYtNGFhZS05Y2YxLTA3NTA5ZTIzYTRiMCIgb3JpZ2luPSJ1c2VyU2VsZWN0ZWQiPjxlbGVtZW50IHVpZD0iMTVmZWZhMWMtYWY2Ny00ZWJmLWE3MWQtZjAxNjIxMTY4OTYyIiB2YWx1ZT0iIiB4bWxucz0iaHR0cDovL3d3dy5ib2xkb25qYW1lcy5jb20vMjAwOC8wMS9zaWUvaW50ZXJuYWwvbGFiZWwiIC8+PGVsZW1lbnQgdWlkPSJhYWZjOWE5NS1lZTVkLTQ4N2MtOWM0ZS02N2E1MzgwZjI5OTEiIHZhbHVlPSIiIHhtbG5zPSJodHRwOi8vd3d3LmJvbGRvbmphbWVzLmNvbS8yMDA4LzAxL3NpZS9pbnRlcm5hbC9sYWJlbCIgLz48ZWxlbWVudCB1aWQ9ImJiYTk0YzY1LWFjM2QtNGYzNC1iMmUxLThkZTExZWY2ZjAxYyIgdmFsdWU9IiIgeG1sbnM9Imh0dHA6Ly93d3cuYm9sZG9uamFtZXMuY29tLzIwMDgvMDEvc2llL2ludGVybmFsL2xhYmVsIiAvPjxlbGVtZW50IHVpZD0iYmMyYjdjMDEtNmRiMS00ZTdkLTg4ZDEtZmM2MTY3NGY4NmZkIiB2YWx1ZT0iIiB4bWxucz0iaHR0cDovL3d3dy5ib2xkb25qYW1lcy5jb20vMjAwOC8wMS9zaWUvaW50ZXJuYWwvbGFiZWwiIC8+PGVsZW1lbnQgdWlkPSI5MmU5OTNhMy1hZjMyLTRhZmItYWExOS0zYTQ5Y2RiODJjN2EiIHZhbHVlPSIiIHhtbG5zPSJodHRwOi8vd3d3LmJvbGRvbmphbWVzLmNvbS8yMDA4LzAxL3NpZS9pbnRlcm5hbC9sYWJlbCIgLz48L3Npc2w+PFVzZXJOYW1lPlVTXDExMDMwODU8L1VzZXJOYW1lPjxEYXRlVGltZT4zLzEzLzIwMjAgMTA6MDU6NDQgUE08L0RhdGVUaW1lPjxMYWJlbFN0cmluZz5PcmlnaW4gSnVyaXNkaWN0aW9uOiBVUyAgfCBUaGlyZCBQYXJ0eSBQcm9wcmlldGFyeSAtIE5lZWQgdG8gS25vdyB8IFBlciBDdXJyZW50IFJheXRoZW9uIFBvbGljeSAoUlAtT0dDLTAzNSkgfCBPdGhlciBJbmZvcm1hdGlvbiAoTm90IFJlcXVpcmluZyBhbiBFeHBvcnQgQ29udHJvbCBNYXJraW5nKSB8IE5vIG1hcmtpbmcgYXBwbGllZCBieSB0aGUgdG9vbDwvTGFiZWxTdHJpbmc+PC9pdGVtPjxpdGVtPjxzaXNsIHNpc2xWZXJzaW9uPSIwIiBwb2xpY3k9ImNkZTUzYWMxLWJmNWYtNGFhZS05Y2YxLTA3NTA5ZTIzYTRiMCIgb3JpZ2luPSJ1c2VyU2VsZWN0ZWQiPjxlbGVtZW50IHVpZD0iYmJhOTRjNjUtYWMzZC00ZjM0LWIyZTEtOGRlMTFlZjZmMDFjIiB2YWx1ZT0iIiB4bWxucz0iaHR0cDovL3d3dy5ib2xkb25qYW1lcy5jb20vMjAwOC8wMS9zaWUvaW50ZXJuYWwvbGFiZWwiIC8+PGVsZW1lbnQgdWlkPSJiYzJiN2MwMS02ZGIxLTRlN2QtODhkMS1mYzYxNjc0Zjg2ZmQiIHZhbHVlPSIiIHhtbG5zPSJodHRwOi8vd3d3LmJvbGRvbmphbWVzLmNvbS8yMDA4LzAxL3NpZS9pbnRlcm5hbC9sYWJlbCIgLz48ZWxlbWVudCB1aWQ9IjkyZTk5M2EzLWFmMzItNGFmYi1hYTE5LTNhNDljZGI4MmM3YSIgdmFsdWU9IiIgeG1sbnM9Imh0dHA6Ly93d3cuYm9sZG9uamFtZXMuY29tLzIwMDgvMDEvc2llL2ludGVybmFsL2xhYmVsIiAvPjxlbGVtZW50IHVpZD0iYWNmOWVjYzMtMGY0NS00MjM0LWE5MGQtZTQzNjhmYWNkOTgxIiB2YWx1ZT0iIiB4bWxucz0iaHR0cDovL3d3dy5ib2xkb25qYW1lcy5jb20vMjAwOC8wMS9zaWUvaW50ZXJuYWwvbGFiZWwiIC8+PGVsZW1lbnQgdWlkPSJhYWZjOWE5NS1lZTVkLTQ4N2MtOWM0ZS02N2E1MzgwZjI5OTEiIHZhbHVlPSIiIHhtbG5zPSJodHRwOi8vd3d3LmJvbGRvbmphbWVzLmNvbS8yMDA4LzAxL3NpZS9pbnRlcm5hbC9sYWJlbCIgLz48L3Npc2w+PFVzZXJOYW1lPlVTXG5ycDAyNDE1ODI8L1VzZXJOYW1lPjxEYXRlVGltZT4zLzIzLzIwMjAgNzo1ODoxOSBQTTwvRGF0ZVRpbWU+PExhYmVsU3RyaW5nPk9yaWdpbiBKdXJpc2RpY3Rpb246IFVTICB8IEludGVybmFsIFVzZSBPbmx5IHwgUGVyIEN1cnJlbnQgUmF5dGhlb24gUG9saWN5IChSUC1PR0MtMDM1KSB8IE90aGVyIEluZm9ybWF0aW9uIChOb3QgUmVxdWlyaW5nIGFuIEV4cG9ydCBDb250cm9sIE1hcmtpbmcpIHwgTm8gbWFya2luZyBhcHBsaWVkIGJ5IHRoZSB0b29sPC9MYWJlbFN0cmluZz48L2l0ZW0+PGl0ZW0+PHNpc2wgc2lzbFZlcnNpb249IjAiIHBvbGljeT0iY2RlNTNhYzEtYmY1Zi00YWFlLTljZjEtMDc1MDllMjNhNGIwIiBvcmlnaW49InVzZXJTZWxlY3RlZCI+PGVsZW1lbnQgdWlkPSJiYmE5NGM2NS1hYzNkLTRmMzQtYjJlMS04ZGUxMWVmNmYwMWMiIHZhbHVlPSIiIHhtbG5zPSJodHRwOi8vd3d3LmJvbGRvbmphbWVzLmNvbS8yMDA4LzAxL3NpZS9pbnRlcm5hbC9sYWJlbCIgLz48ZWxlbWVudCB1aWQ9ImJjMmI3YzAxLTZkYjEtNGU3ZC04OGQxLWZjNjE2NzRmODZmZCIgdmFsdWU9IiIgeG1sbnM9Imh0dHA6Ly93d3cuYm9sZG9uamFtZXMuY29tLzIwMDgvMDEvc2llL2ludGVybmFsL2xhYmVsIiAvPjxlbGVtZW50IHVpZD0iOTJlOTkzYTMtYWYzMi00YWZiLWFhMTktM2E0OWNkYjgyYzdhIiB2YWx1ZT0iIiB4bWxucz0iaHR0cDovL3d3dy5ib2xkb25qYW1lcy5jb20vMjAwOC8wMS9zaWUvaW50ZXJuYWwvbGFiZWwiIC8+PGVsZW1lbnQgdWlkPSIxNWZlZmExYy1hZjY3LTRlYmYtYTcxZC1mMDE2MjExNjg5NjIiIHZhbHVlPSIiIHhtbG5zPSJodHRwOi8vd3d3LmJvbGRvbmphbWVzLmNvbS8yMDA4LzAxL3NpZS9pbnRlcm5hbC9sYWJlbCIgLz48ZWxlbWVudCB1aWQ9ImFhZmM5YTk1LWVlNWQtNDg3Yy05YzRlLTY3YTUzODBmMjk5MSIgdmFsdWU9IiIgeG1sbnM9Imh0dHA6Ly93d3cuYm9sZG9uamFtZXMuY29tLzIwMDgvMDEvc2llL2ludGVybmFsL2xhYmVsIiAvPjwvc2lzbD48VXNlck5hbWU+VVNcbnJwMDI0MTU4MjwvVXNlck5hbWU+PERhdGVUaW1lPjMvMjMvMjAyMCA4OjQ4OjA4IFBNPC9EYXRlVGltZT48TGFiZWxTdHJpbmc+T3JpZ2luIEp1cmlzZGljdGlvbjogVVMgIHwgVGhpcmQgUGFydHkgUHJvcHJpZXRhcnkgLSBOZWVkIHRvIEtub3cgfCBQZXIgQ3VycmVudCBSYXl0aGVvbiBQb2xpY3kgKFJQLU9HQy0wMzUpIHwgT3RoZXIgSW5mb3JtYXRpb24gKE5vdCBSZXF1aXJpbmcgYW4gRXhwb3J0IENvbnRyb2wgTWFya2luZykgfCBObyBtYXJraW5nIGFwcGxpZWQgYnkgdGhlIHRvb2w8L0xhYmVsU3RyaW5nPjwvaXRlbT48aXRlbT48c2lzbCBzaXNsVmVyc2lvbj0iMCIgcG9saWN5PSJjZGU1M2FjMS1iZjVmLTRhYWUtOWNmMS0wNzUwOWUyM2E0YjAiIG9yaWdpbj0idXNlclNlbGVjdGVkIiAvPjxVc2VyTmFtZT5VU1wxMTAzMDg1PC9Vc2VyTmFtZT48RGF0ZVRpbWU+My8yMy8yMDIwIDEwOjE1OjQwIFBNPC9EYXRlVGltZT48TGFiZWxTdHJpbmc+VGhpcyBhcnRpZmFjdCBoYXMgbm8gY2xhc3NpZmljYXRpb24uPC9MYWJlbFN0cmluZz48L2l0ZW0+PGl0ZW0+PHNpc2wgc2lzbFZlcnNpb249IjAiIHBvbGljeT0iY2RlNTNhYzEtYmY1Zi00YWFlLTljZjEtMDc1MDllMjNhNGIwIiBvcmlnaW49ImRlZmF1bHRWYWx1ZSI+PGVsZW1lbnQgdWlkPSJiYmE5NGM2NS1hYzNkLTRmMzQtYjJlMS04ZGUxMWVmNmYwMWMiIHZhbHVlPSIiIHhtbG5zPSJodHRwOi8vd3d3LmJvbGRvbmphbWVzLmNvbS8yMDA4LzAxL3NpZS9pbnRlcm5hbC9sYWJlbCIgLz48L3Npc2w+PFVzZXJOYW1lPlVTXG5ycDAyNDE1ODI8L1VzZXJOYW1lPjxEYXRlVGltZT40LzIwLzIwMjAgNDoyOToyMyBQTTwvRGF0ZVRpbWU+PExhYmVsU3RyaW5nPk9yaWdpbiBKdXJpc2RpY3Rpb246IFVTIDwvTGFiZWxTdHJpbmc+PC9pdGVtPjxpdGVtPjxzaXNsIHNpc2xWZXJzaW9uPSIwIiBwb2xpY3k9ImNkZTUzYWMxLWJmNWYtNGFhZS05Y2YxLTA3NTA5ZTIzYTRiMCIgb3JpZ2luPSJ1c2VyU2VsZWN0ZWQiIC8+PFVzZXJOYW1lPlVTXDExMDMwODU8L1VzZXJOYW1lPjxEYXRlVGltZT40LzIwLzIwMjAgNjozMjo1MCBQTTwvRGF0ZVRpbWU+PExhYmVsU3RyaW5nPlRoaXMgYXJ0aWZhY3QgaGFzIG5vIGNsYXNzaWZpY2F0aW9uLjwvTGFiZWxTdHJpbmc+PC9pdGVtPjxpdGVtPjxzaXNsIHNpc2xWZXJzaW9uPSIwIiBwb2xpY3k9ImNkZTUzYWMxLWJmNWYtNGFhZS05Y2YxLTA3NTA5ZTIzYTRiMCIgb3JpZ2luPSJkZWZhdWx0VmFsdWUiPjxlbGVtZW50IHVpZD0iYmJhOTRjNjUtYWMzZC00ZjM0LWIyZTEtOGRlMTFlZjZmMDFjIiB2YWx1ZT0iIiB4bWxucz0iaHR0cDovL3d3dy5ib2xkb25qYW1lcy5jb20vMjAwOC8wMS9zaWUvaW50ZXJuYWwvbGFiZWwiIC8+PC9zaXNsPjxVc2VyTmFtZT5VU1x2YWExMDUwPC9Vc2VyTmFtZT48RGF0ZVRpbWU+MTIvMTYvMjAyMCA1OjIyOjIzIFBNPC9EYXRlVGltZT48TGFiZWxTdHJpbmc+T3JpZ2luIEp1cmlzZGljdGlvbjogVVMgPC9MYWJlbFN0cmluZz48L2l0ZW0+PGl0ZW0+PHNpc2wgc2lzbFZlcnNpb249IjAiIHBvbGljeT0iY2RlNTNhYzEtYmY1Zi00YWFlLTljZjEtMDc1MDllMjNhNGIwIiBvcmlnaW49InVzZXJTZWxlY3RlZCI+PGVsZW1lbnQgdWlkPSJiYmE5NGM2NS1hYzNkLTRmMzQtYjJlMS04ZGUxMWVmNmYwMWMiIHZhbHVlPSIiIHhtbG5zPSJodHRwOi8vd3d3LmJvbGRvbmphbWVzLmNvbS8yMDA4LzAxL3NpZS9pbnRlcm5hbC9sYWJlbCIgLz48ZWxlbWVudCB1aWQ9ImRlY2VjYmQ2LWRhM2ItNDZmZS04ZjAwLWY5ZDlkZWVhMmVlMSIgdmFsdWU9IiIgeG1sbnM9Imh0dHA6Ly93d3cuYm9sZG9uamFtZXMuY29tLzIwMDgvMDEvc2llL2ludGVybmFsL2xhYmVsIiAvPjxlbGVtZW50IHVpZD0iYmJiZjdiZjQtNGY0Zi00MTg5LTljNWUtNjUwMTVkZThhNmFkIiB2YWx1ZT0iIiB4bWxucz0iaHR0cDovL3d3dy5ib2xkb25qYW1lcy5jb20vMjAwOC8wMS9zaWUvaW50ZXJuYWwvbGFiZWwiIC8+PGVsZW1lbnQgdWlkPSJmYjk5MTMwOC1hM2RlLTQwYTgtOTY3Yi0wOTIyMzM0MjQxYmEiIHZhbHVlPSIiIHhtbG5zPSJodHRwOi8vd3d3LmJvbGRvbmphbWVzLmNvbS8yMDA4LzAxL3NpZS9pbnRlcm5hbC9sYWJlbCIgLz48ZWxlbWVudCB1aWQ9ImMyMDZkNWZhLWFlZTEtNGY2NC04OWQ5LWY4MWU0ZDdiM2FjYyIgdmFsdWU9IiIgeG1sbnM9Imh0dHA6Ly93d3cuYm9sZG9uamFtZXMuY29tLzIwMDgvMDEvc2llL2ludGVybmFsL2xhYmVsIiAvPjwvc2lzbD48VXNlck5hbWU+VVNcdmFhMTA1MDwvVXNlck5hbWU+PERhdGVUaW1lPjEyLzE3LzIwMjAgMTo1NDo0NiBQTTwvRGF0ZVRpbWU+PExhYmVsU3RyaW5nPk9yaWdpbiBKdXJpc2RpY3Rpb246IFVTICB8IFVucmVzdHJpY3RlZCBDb250ZW50IHwgTm8gbWFya2luZyBhcHBsaWVkIGJ5IHRoaXMgdG9vbCB8IFVTLUV4cG9ydCBDb250cm9sbGVkIEp1cmlzZGljdGlvbiBVbmRldGVybWluZWQgfCBQZXIgQ3VycmVudCBSYXl0aGVvbiBQb2xpY3kgKFBJLU9HQy1HVEMtNTAwNCk8L0xhYmVsU3RyaW5nPjwvaXRlbT48aXRlbT48c2lzbCBzaXNsVmVyc2lvbj0iMCIgcG9saWN5PSJjZGU1M2FjMS1iZjVmLTRhYWUtOWNmMS0wNzUwOWUyM2E0YjAiIG9yaWdpbj0idXNlclNlbGVjdGVkIiAvPjxVc2VyTmFtZT5VU1wxMTYxMTEzPC9Vc2VyTmFtZT48RGF0ZVRpbWU+Ni8xLzIwMjMgMjo0OTo1NCBQTTwvRGF0ZVRpbWU+PExhYmVsU3RyaW5nPlRoaXMgYXJ0aWZhY3QgaGFzIG5vIGNsYXNzaWZpY2F0aW9uLjwvTGFiZWxTdHJpbmc+PC9pdGVtPjxpdGVtPjxzaXNsIHNpc2xWZXJzaW9uPSIwIiBwb2xpY3k9ImNkZTUzYWMxLWJmNWYtNGFhZS05Y2YxLTA3NTA5ZTIzYTRiMCIgb3JpZ2luPSJ1c2VyU2VsZWN0ZWQiPjxlbGVtZW50IHVpZD0iZGVjZWNiZDYtZGEzYi00NmZlLThmMDAtZjlkOWRlZWEyZWUxIiB2YWx1ZT0iIiB4bWxucz0iaHR0cDovL3d3dy5ib2xkb25qYW1lcy5jb20vMjAwOC8wMS9zaWUvaW50ZXJuYWwvbGFiZWwiIC8+PGVsZW1lbnQgdWlkPSJhNGE5ZjM4Mi04Y2VjLTQwYmItYTljMy1jMTg3NmRlZDlkZWUiIHZhbHVlPSIiIHhtbG5zPSJodHRwOi8vd3d3LmJvbGRvbmphbWVzLmNvbS8yMDA4LzAxL3NpZS9pbnRlcm5hbC9sYWJlbCIgLz48ZWxlbWVudCB1aWQ9ImJiYTk0YzY1LWFjM2QtNGYzNC1iMmUxLThkZTExZWY2ZjAxYyIgdmFsdWU9IiIgeG1sbnM9Imh0dHA6Ly93d3cuYm9sZG9uamFtZXMuY29tLzIwMDgvMDEvc2llL2ludGVybmFsL2xhYmVsIiAvPjxlbGVtZW50IHVpZD0iZDc1OWNkN2EtYjU3Yy00MmU0LTlhNDktOWI4MmEyMzM3NTc5IiB2YWx1ZT0iIiB4bWxucz0iaHR0cDovL3d3dy5ib2xkb25qYW1lcy5jb20vMjAwOC8wMS9zaWUvaW50ZXJuYWwvbGFiZWwiIC8+PGVsZW1lbnQgdWlkPSI5MmU5OTNhMy1hZjMyLTRhZmItYWExOS0zYTQ5Y2RiODJjN2EiIHZhbHVlPSIiIHhtbG5zPSJodHRwOi8vd3d3LmJvbGRvbmphbWVzLmNvbS8yMDA4LzAxL3NpZS9pbnRlcm5hbC9sYWJlbCIgLz48L3Npc2w+PFVzZXJOYW1lPlVTXDExNjExMTM8L1VzZXJOYW1lPjxEYXRlVGltZT42LzYvMjAyMyA3OjEwOjE1IFBNPC9EYXRlVGltZT48TGFiZWxTdHJpbmc+T3JpZ2luIEp1cmlzZGljdGlvbjogVVMgfCBVbnJlc3RyaWN0ZWQgQ29udGVudCB8IFJheXRoZW9uIFRlY2hub2xvZ2llcyAoQ29ycG9yYXRlIE9ubHkpIHwgTm9uLUV4cG9ydCBDb250cm9sbGVkIFRlY2huaWNhbCBJbmZvcm1hdGlvbiAoRVhJTSBEZXRlcm1pbmVkIE9ubHkpIHwgTm8gbWFya2luZyBhcHBsaWVkIGJ5IHRoZSB0b29sPC9MYWJlbFN0cmluZz48L2l0ZW0+PGl0ZW0+PHNpc2wgc2lzbFZlcnNpb249IjAiIHBvbGljeT0iY2RlNTNhYzEtYmY1Zi00YWFlLTljZjEtMDc1MDllMjNhNGIwIiBvcmlnaW49InVzZXJTZWxlY3RlZCI+PGVsZW1lbnQgdWlkPSJiYmE5NGM2NS1hYzNkLTRmMzQtYjJlMS04ZGUxMWVmNmYwMWMiIHZhbHVlPSIiIHhtbG5zPSJodHRwOi8vd3d3LmJvbGRvbmphbWVzLmNvbS8yMDA4LzAxL3NpZS9pbnRlcm5hbC9sYWJlbCIgLz48ZWxlbWVudCB1aWQ9ImJjMmI3YzAxLTZkYjEtNGU3ZC04OGQxLWZjNjE2NzRmODZmZCIgdmFsdWU9IiIgeG1sbnM9Imh0dHA6Ly93d3cuYm9sZG9uamFtZXMuY29tLzIwMDgvMDEvc2llL2ludGVybmFsL2xhYmVsIiAvPjxlbGVtZW50IHVpZD0iOTJlOTkzYTMtYWYzMi00YWZiLWFhMTktM2E0OWNkYjgyYzdhIiB2YWx1ZT0iIiB4bWxucz0iaHR0cDovL3d3dy5ib2xkb25qYW1lcy5jb20vMjAwOC8wMS9zaWUvaW50ZXJuYWwvbGFiZWwiIC8+PGVsZW1lbnQgdWlkPSJhY2Y5ZWNjMy0wZjQ1LTQyMzQtYTkwZC1lNDM2OGZhY2Q5ODEiIHZhbHVlPSIiIHhtbG5zPSJodHRwOi8vd3d3LmJvbGRvbmphbWVzLmNvbS8yMDA4LzAxL3NpZS9pbnRlcm5hbC9sYWJlbCIgLz48ZWxlbWVudCB1aWQ9ImE0YTlmMzgyLThjZWMtNDBiYi1hOWMzLWMxODc2ZGVkOWRlZSIgdmFsdWU9IiIgeG1sbnM9Imh0dHA6Ly93d3cuYm9sZG9uamFtZXMuY29tLzIwMDgvMDEvc2llL2ludGVybmFsL2xhYmVsIiAvPjwvc2lzbD48VXNlck5hbWU+VVNcMTE2MTExMzwvVXNlck5hbWU+PERhdGVUaW1lPjYvNi8yMDIzIDc6MTA6MzIgUE08L0RhdGVUaW1lPjxMYWJlbFN0cmluZz5PcmlnaW4gSnVyaXNkaWN0aW9uOiBVUyB8IENvbXBhbnkgVXNlL0ludGVybmFsIFVzZSBPbmx5IHwgUmF5dGhlb24gVGVjaG5vbG9naWVzIChDb3Jwb3JhdGUgT25seSkgfCBPdGhlciBJbmZvcm1hdGlvbiAoTm90IFJlcXVpcmluZyBhbiBFeHBvcnQgQ29udHJvbCBNYXJraW5nKSB8IE5vIG1hcmtpbmcgYXBwbGllZCBieSB0aGUgdG9vbDwvTGFiZWxTdHJpbmc+PC9pdGVtPjxpdGVtPjxzaXNsIHNpc2xWZXJzaW9uPSIwIiBwb2xpY3k9ImNkZTUzYWMxLWJmNWYtNGFhZS05Y2YxLTA3NTA5ZTIzYTRiMCIgb3JpZ2luPSJ1c2VyU2VsZWN0ZWQiIC8+PFVzZXJOYW1lPlVTXDExNjExMTM8L1VzZXJOYW1lPjxEYXRlVGltZT42LzYvMjAyMyA4OjE3OjQwIFBNPC9EYXRlVGltZT48TGFiZWxTdHJpbmc+VGhpcyBhcnRpZmFjdCBoYXMgbm8gY2xhc3NpZmljYXRpb24uPC9MYWJlbFN0cmluZz48L2l0ZW0+PGl0ZW0+PHNpc2wgc2lzbFZlcnNpb249IjAiIHBvbGljeT0iY2RlNTNhYzEtYmY1Zi00YWFlLTljZjEtMDc1MDllMjNhNGIwIiBvcmlnaW49ImRlZmF1bHRWYWx1ZSI+PGVsZW1lbnQgdWlkPSJiYmE5NGM2NS1hYzNkLTRmMzQtYjJlMS04ZGUxMWVmNmYwMWMiIHZhbHVlPSIiIHhtbG5zPSJodHRwOi8vd3d3LmJvbGRvbmphbWVzLmNvbS8yMDA4LzAxL3NpZS9pbnRlcm5hbC9sYWJlbCIgLz48L3Npc2w+PFVzZXJOYW1lPlVTXDExNjExMTM8L1VzZXJOYW1lPjxEYXRlVGltZT42LzIwLzIwMjMgNDoxNTozOCBQTTwvRGF0ZVRpbWU+PExhYmVsU3RyaW5nPk9yaWdpbiBKdXJpc2RpY3Rpb246IFVTPC9MYWJlbFN0cmluZz48L2l0ZW0+PC9sYWJlbEhpc3Rvcnk+</Value>
</WrappedLabelHistory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A49450BF7B11147AA8C116BA14E6848" ma:contentTypeVersion="3" ma:contentTypeDescription="Create a new document." ma:contentTypeScope="" ma:versionID="2f526d967ba0e1a83719eb98f719f691">
  <xsd:schema xmlns:xsd="http://www.w3.org/2001/XMLSchema" xmlns:xs="http://www.w3.org/2001/XMLSchema" xmlns:p="http://schemas.microsoft.com/office/2006/metadata/properties" xmlns:ns2="1f014d26-b0c9-4719-9c4e-6e631f7a801d" targetNamespace="http://schemas.microsoft.com/office/2006/metadata/properties" ma:root="true" ma:fieldsID="ea5744fd6d356973943a54517c57327b" ns2:_="">
    <xsd:import namespace="1f014d26-b0c9-4719-9c4e-6e631f7a801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VIOL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014d26-b0c9-4719-9c4e-6e631f7a801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VIOLATION" ma:index="10" nillable="true" ma:displayName="VIOLATION" ma:internalName="VIOLATION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5.xml><?xml version="1.0" encoding="utf-8"?>
<sisl xmlns:xsi="http://www.w3.org/2001/XMLSchema-instance" xmlns:xsd="http://www.w3.org/2001/XMLSchema" xmlns="http://www.boldonjames.com/2008/01/sie/internal/label" sislVersion="0" policy="cde53ac1-bf5f-4aae-9cf1-07509e23a4b0" origin="defaultValue">
  <element uid="bba94c65-ac3d-4f34-b2e1-8de11ef6f01c" value=""/>
</sisl>
</file>

<file path=customXml/itemProps1.xml><?xml version="1.0" encoding="utf-8"?>
<ds:datastoreItem xmlns:ds="http://schemas.openxmlformats.org/officeDocument/2006/customXml" ds:itemID="{2AE5F23F-329C-4DBF-9D60-45A5F548688A}">
  <ds:schemaRefs>
    <ds:schemaRef ds:uri="1f014d26-b0c9-4719-9c4e-6e631f7a801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4F85E5AD-1BCC-408B-B532-7B415316D2C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447741B-9263-4686-AA71-F7209B82D4A6}">
  <ds:schemaRefs>
    <ds:schemaRef ds:uri="http://www.w3.org/2001/XMLSchema"/>
    <ds:schemaRef ds:uri="http://www.boldonjames.com/2016/02/Classifier/internal/wrappedLabelHistory"/>
  </ds:schemaRefs>
</ds:datastoreItem>
</file>

<file path=customXml/itemProps4.xml><?xml version="1.0" encoding="utf-8"?>
<ds:datastoreItem xmlns:ds="http://schemas.openxmlformats.org/officeDocument/2006/customXml" ds:itemID="{F768F78F-F636-41F0-9B4F-B3053C21A3B1}">
  <ds:schemaRefs>
    <ds:schemaRef ds:uri="1f014d26-b0c9-4719-9c4e-6e631f7a801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5.xml><?xml version="1.0" encoding="utf-8"?>
<ds:datastoreItem xmlns:ds="http://schemas.openxmlformats.org/officeDocument/2006/customXml" ds:itemID="{79BD67C5-0E75-44FE-A82E-5E8CFEA097D0}">
  <ds:schemaRefs>
    <ds:schemaRef ds:uri="http://www.w3.org/2001/XMLSchema"/>
    <ds:schemaRef ds:uri="http://www.boldonjames.com/2008/01/sie/internal/label"/>
  </ds:schemaRefs>
</ds:datastoreItem>
</file>

<file path=docMetadata/LabelInfo.xml><?xml version="1.0" encoding="utf-8"?>
<clbl:labelList xmlns:clbl="http://schemas.microsoft.com/office/2020/mipLabelMetadata">
  <clbl:label id="{4447dd6a-a4a1-440b-a6a3-9124ef1ee017}" enabled="1" method="Privileged" siteId="{7a18110d-ef9b-4274-acef-e62ab0fe28ed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CA_16x9_2023_v1-1</Template>
  <TotalTime>1776</TotalTime>
  <Words>14</Words>
  <Application>Microsoft Office PowerPoint</Application>
  <PresentationFormat>Widescreen</PresentationFormat>
  <Paragraphs>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4" baseType="lpstr">
      <vt:lpstr>Arial</vt:lpstr>
      <vt:lpstr>1_Master Title</vt:lpstr>
      <vt:lpstr>PowerPoint Presentation</vt:lpstr>
      <vt:lpstr>PowerPoint Presentation</vt:lpstr>
    </vt:vector>
  </TitlesOfParts>
  <Company>Collins Aerospace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Valdez, Jayson C                           Export License Required - US Collins</dc:creator>
  <dc:description>Updated June 2023</dc:description>
  <cp:lastModifiedBy>Villanueva, Ian V (PHL)</cp:lastModifiedBy>
  <cp:revision>54</cp:revision>
  <dcterms:created xsi:type="dcterms:W3CDTF">2023-11-28T05:58:49Z</dcterms:created>
  <dcterms:modified xsi:type="dcterms:W3CDTF">2026-01-15T17:29:11Z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ndexRef">
    <vt:lpwstr>3795a40d-54be-4aba-9c89-73449e97543b</vt:lpwstr>
  </property>
  <property fmtid="{D5CDD505-2E9C-101B-9397-08002B2CF9AE}" pid="3" name="bjSaver">
    <vt:lpwstr>A2AB0OuaTTiL2YVHw3qxYann2Jd9uCN6</vt:lpwstr>
  </property>
  <property fmtid="{D5CDD505-2E9C-101B-9397-08002B2CF9AE}" pid="4" name="bjClsUserRVM">
    <vt:lpwstr>[]</vt:lpwstr>
  </property>
  <property fmtid="{D5CDD505-2E9C-101B-9397-08002B2CF9AE}" pid="5" name="MSIP_Label_4447dd6a-a4a1-440b-a6a3-9124ef1ee017_Enabled">
    <vt:lpwstr>true</vt:lpwstr>
  </property>
  <property fmtid="{D5CDD505-2E9C-101B-9397-08002B2CF9AE}" pid="6" name="MSIP_Label_4447dd6a-a4a1-440b-a6a3-9124ef1ee017_SetDate">
    <vt:lpwstr>2022-12-09T16:32:43Z</vt:lpwstr>
  </property>
  <property fmtid="{D5CDD505-2E9C-101B-9397-08002B2CF9AE}" pid="7" name="MSIP_Label_4447dd6a-a4a1-440b-a6a3-9124ef1ee017_Method">
    <vt:lpwstr>Privileged</vt:lpwstr>
  </property>
  <property fmtid="{D5CDD505-2E9C-101B-9397-08002B2CF9AE}" pid="8" name="MSIP_Label_4447dd6a-a4a1-440b-a6a3-9124ef1ee017_Name">
    <vt:lpwstr>NO TECH DATA</vt:lpwstr>
  </property>
  <property fmtid="{D5CDD505-2E9C-101B-9397-08002B2CF9AE}" pid="9" name="MSIP_Label_4447dd6a-a4a1-440b-a6a3-9124ef1ee017_SiteId">
    <vt:lpwstr>7a18110d-ef9b-4274-acef-e62ab0fe28ed</vt:lpwstr>
  </property>
  <property fmtid="{D5CDD505-2E9C-101B-9397-08002B2CF9AE}" pid="10" name="MSIP_Label_4447dd6a-a4a1-440b-a6a3-9124ef1ee017_ActionId">
    <vt:lpwstr>9a5bf9cd-cf11-4485-9abb-891aabd778e5</vt:lpwstr>
  </property>
  <property fmtid="{D5CDD505-2E9C-101B-9397-08002B2CF9AE}" pid="11" name="MSIP_Label_4447dd6a-a4a1-440b-a6a3-9124ef1ee017_ContentBits">
    <vt:lpwstr>0</vt:lpwstr>
  </property>
  <property fmtid="{D5CDD505-2E9C-101B-9397-08002B2CF9AE}" pid="12" name="ContentTypeId">
    <vt:lpwstr>0x010100FA49450BF7B11147AA8C116BA14E6848</vt:lpwstr>
  </property>
  <property fmtid="{D5CDD505-2E9C-101B-9397-08002B2CF9AE}" pid="13" name="bjDocumentLabelXML">
    <vt:lpwstr>&lt;?xml version="1.0" encoding="us-ascii"?&gt;&lt;sisl xmlns:xsi="http://www.w3.org/2001/XMLSchema-instance" xmlns:xsd="http://www.w3.org/2001/XMLSchema" sislVersion="0" policy="cde53ac1-bf5f-4aae-9cf1-07509e23a4b0" origin="defaultValue" xmlns="http://www.boldonj</vt:lpwstr>
  </property>
  <property fmtid="{D5CDD505-2E9C-101B-9397-08002B2CF9AE}" pid="14" name="bjDocumentLabelXML-0">
    <vt:lpwstr>ames.com/2008/01/sie/internal/label"&gt;&lt;element uid="bba94c65-ac3d-4f34-b2e1-8de11ef6f01c" value="" /&gt;&lt;/sisl&gt;</vt:lpwstr>
  </property>
  <property fmtid="{D5CDD505-2E9C-101B-9397-08002B2CF9AE}" pid="15" name="bjDocumentSecurityLabel">
    <vt:lpwstr>Origin Jurisdiction: US</vt:lpwstr>
  </property>
  <property fmtid="{D5CDD505-2E9C-101B-9397-08002B2CF9AE}" pid="16" name="rtnexportcontrolcountry">
    <vt:lpwstr>usa</vt:lpwstr>
  </property>
  <property fmtid="{D5CDD505-2E9C-101B-9397-08002B2CF9AE}" pid="17" name="bjLabelHistoryID">
    <vt:lpwstr>{4447741B-9263-4686-AA71-F7209B82D4A6}</vt:lpwstr>
  </property>
</Properties>
</file>